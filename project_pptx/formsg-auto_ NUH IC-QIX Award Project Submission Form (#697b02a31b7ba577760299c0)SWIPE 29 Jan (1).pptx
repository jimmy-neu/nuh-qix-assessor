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&#65279;<?xml version="1.0" encoding="utf-8" standalone="yes"?>
<Relationships xmlns="http://schemas.openxmlformats.org/package/2006/relationships">
  <Relationship Id="rId3" Type="http://schemas.openxmlformats.org/package/2006/relationships/metadata/core-properties" Target="docProps/core.xml" />
  <Relationship Id="rId2" Type="http://schemas.openxmlformats.org/package/2006/relationships/metadata/thumbnail" Target="docProps/thumbnail.jpeg" />
  <Relationship Id="rId1" Type="http://schemas.openxmlformats.org/officeDocument/2006/relationships/officeDocument" Target="ppt/presentation.xml" />
  <Relationship Id="rId5" Type="http://schemas.openxmlformats.org/officeDocument/2006/relationships/custom-properties" Target="docProps/custom.xml" />
  <Relationship Id="rId4" Type="http://schemas.openxmlformats.org/officeDocument/2006/relationships/extended-properties" Target="docProps/app.xml" />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56" r:id="rId5"/>
    <p:sldId id="271" r:id="rId6"/>
    <p:sldId id="276" r:id="rId7"/>
    <p:sldId id="277" r:id="rId8"/>
    <p:sldId id="259" r:id="rId9"/>
    <p:sldId id="278" r:id="rId10"/>
    <p:sldId id="270" r:id="rId11"/>
    <p:sldId id="284" r:id="rId12"/>
    <p:sldId id="291" r:id="rId13"/>
    <p:sldId id="293" r:id="rId14"/>
    <p:sldId id="282" r:id="rId15"/>
    <p:sldId id="292" r:id="rId16"/>
    <p:sldId id="286" r:id="rId17"/>
    <p:sldId id="265" r:id="rId18"/>
    <p:sldId id="28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ED401E-F20A-9C7F-7E57-3F3248DC358D}" v="5" dt="2026-01-28T09:36:53.0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198" y="90"/>
      </p:cViewPr>
      <p:guideLst/>
    </p:cSldViewPr>
  </p:slideViewPr>
  <p:notesTextViewPr>
    <p:cViewPr>
      <p:scale>
        <a:sx n="1" d="1"/>
        <a:sy n="1" d="1"/>
      </p:scale>
      <p:origin x="0" y="0"/>
    </p:cViewPr>
  </p:notesTextViewPr>
  <p:gridSpacing cx="76200" cy="76200"/>
</p:viewPr>
</file>

<file path=ppt/_rels/presentation.xml.rels>&#65279;<?xml version="1.0" encoding="utf-8" standalone="yes"?>
<Relationships xmlns="http://schemas.openxmlformats.org/package/2006/relationships">
  <Relationship Id="rId8" Type="http://schemas.openxmlformats.org/officeDocument/2006/relationships/slide" Target="slides/slide4.xml" />
  <Relationship Id="rId13" Type="http://schemas.openxmlformats.org/officeDocument/2006/relationships/slide" Target="slides/slide9.xml" />
  <Relationship Id="rId18" Type="http://schemas.openxmlformats.org/officeDocument/2006/relationships/slide" Target="slides/slide14.xml" />
  <Relationship Id="rId26" Type="http://schemas.microsoft.com/office/2015/10/relationships/revisionInfo" Target="revisionInfo.xml" />
  <Relationship Id="rId3" Type="http://schemas.openxmlformats.org/officeDocument/2006/relationships/customXml" Target="../customXml/item3.xml" />
  <Relationship Id="rId21" Type="http://schemas.openxmlformats.org/officeDocument/2006/relationships/presProps" Target="presProps.xml" />
  <Relationship Id="rId7" Type="http://schemas.openxmlformats.org/officeDocument/2006/relationships/slide" Target="slides/slide3.xml" />
  <Relationship Id="rId12" Type="http://schemas.openxmlformats.org/officeDocument/2006/relationships/slide" Target="slides/slide8.xml" />
  <Relationship Id="rId17" Type="http://schemas.openxmlformats.org/officeDocument/2006/relationships/slide" Target="slides/slide13.xml" />
  <Relationship Id="rId25" Type="http://schemas.microsoft.com/office/2016/11/relationships/changesInfo" Target="changesInfos/changesInfo1.xml" />
  <Relationship Id="rId2" Type="http://schemas.openxmlformats.org/officeDocument/2006/relationships/customXml" Target="../customXml/item2.xml" />
  <Relationship Id="rId16" Type="http://schemas.openxmlformats.org/officeDocument/2006/relationships/slide" Target="slides/slide12.xml" />
  <Relationship Id="rId20" Type="http://schemas.openxmlformats.org/officeDocument/2006/relationships/notesMaster" Target="notesMasters/notesMaster1.xml" />
  <Relationship Id="rId1" Type="http://schemas.openxmlformats.org/officeDocument/2006/relationships/customXml" Target="../customXml/item1.xml" />
  <Relationship Id="rId6" Type="http://schemas.openxmlformats.org/officeDocument/2006/relationships/slide" Target="slides/slide2.xml" />
  <Relationship Id="rId11" Type="http://schemas.openxmlformats.org/officeDocument/2006/relationships/slide" Target="slides/slide7.xml" />
  <Relationship Id="rId24" Type="http://schemas.openxmlformats.org/officeDocument/2006/relationships/tableStyles" Target="tableStyles.xml" />
  <Relationship Id="rId5" Type="http://schemas.openxmlformats.org/officeDocument/2006/relationships/slide" Target="slides/slide1.xml" />
  <Relationship Id="rId15" Type="http://schemas.openxmlformats.org/officeDocument/2006/relationships/slide" Target="slides/slide11.xml" />
  <Relationship Id="rId23" Type="http://schemas.openxmlformats.org/officeDocument/2006/relationships/theme" Target="theme/theme1.xml" />
  <Relationship Id="rId10" Type="http://schemas.openxmlformats.org/officeDocument/2006/relationships/slide" Target="slides/slide6.xml" />
  <Relationship Id="rId19" Type="http://schemas.openxmlformats.org/officeDocument/2006/relationships/slide" Target="slides/slide15.xml" />
  <Relationship Id="rId4" Type="http://schemas.openxmlformats.org/officeDocument/2006/relationships/slideMaster" Target="slideMasters/slideMaster1.xml" />
  <Relationship Id="rId9" Type="http://schemas.openxmlformats.org/officeDocument/2006/relationships/slide" Target="slides/slide5.xml" />
  <Relationship Id="rId14" Type="http://schemas.openxmlformats.org/officeDocument/2006/relationships/slide" Target="slides/slide10.xml" />
  <Relationship Id="rId22" Type="http://schemas.openxmlformats.org/officeDocument/2006/relationships/viewProps" Target="viewProps.xml" />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h Hui Ying (NUH)" userId="5adac478-5fde-4ff1-abde-42055bfefedd" providerId="ADAL" clId="{C3072575-6BF6-46DA-85BD-B8F5B066A88C}"/>
    <pc:docChg chg="undo custSel addSld delSld modSld">
      <pc:chgData name="Koh Hui Ying (NUH)" userId="5adac478-5fde-4ff1-abde-42055bfefedd" providerId="ADAL" clId="{C3072575-6BF6-46DA-85BD-B8F5B066A88C}" dt="2026-01-27T10:01:03.476" v="3597" actId="20577"/>
      <pc:docMkLst>
        <pc:docMk/>
      </pc:docMkLst>
      <pc:sldChg chg="modNotesTx">
        <pc:chgData name="Koh Hui Ying (NUH)" userId="5adac478-5fde-4ff1-abde-42055bfefedd" providerId="ADAL" clId="{C3072575-6BF6-46DA-85BD-B8F5B066A88C}" dt="2026-01-27T07:13:56.435" v="1357" actId="5793"/>
        <pc:sldMkLst>
          <pc:docMk/>
          <pc:sldMk cId="2073916540" sldId="256"/>
        </pc:sldMkLst>
      </pc:sldChg>
      <pc:sldChg chg="addSp modSp del mod">
        <pc:chgData name="Koh Hui Ying (NUH)" userId="5adac478-5fde-4ff1-abde-42055bfefedd" providerId="ADAL" clId="{C3072575-6BF6-46DA-85BD-B8F5B066A88C}" dt="2026-01-27T09:47:57.151" v="3594" actId="47"/>
        <pc:sldMkLst>
          <pc:docMk/>
          <pc:sldMk cId="1825050639" sldId="260"/>
        </pc:sldMkLst>
        <pc:spChg chg="mod">
          <ac:chgData name="Koh Hui Ying (NUH)" userId="5adac478-5fde-4ff1-abde-42055bfefedd" providerId="ADAL" clId="{C3072575-6BF6-46DA-85BD-B8F5B066A88C}" dt="2026-01-27T06:37:03.348" v="485" actId="255"/>
          <ac:spMkLst>
            <pc:docMk/>
            <pc:sldMk cId="1825050639" sldId="260"/>
            <ac:spMk id="5" creationId="{0A1D5AE3-C871-1C5C-6857-9F8913C2622F}"/>
          </ac:spMkLst>
        </pc:spChg>
        <pc:spChg chg="add mod">
          <ac:chgData name="Koh Hui Ying (NUH)" userId="5adac478-5fde-4ff1-abde-42055bfefedd" providerId="ADAL" clId="{C3072575-6BF6-46DA-85BD-B8F5B066A88C}" dt="2026-01-27T06:54:25.328" v="1091"/>
          <ac:spMkLst>
            <pc:docMk/>
            <pc:sldMk cId="1825050639" sldId="260"/>
            <ac:spMk id="11" creationId="{7AFC102A-C408-9E0F-ACCC-D5DB2EECAE05}"/>
          </ac:spMkLst>
        </pc:spChg>
        <pc:spChg chg="add mod">
          <ac:chgData name="Koh Hui Ying (NUH)" userId="5adac478-5fde-4ff1-abde-42055bfefedd" providerId="ADAL" clId="{C3072575-6BF6-46DA-85BD-B8F5B066A88C}" dt="2026-01-27T06:54:45.817" v="1095" actId="1076"/>
          <ac:spMkLst>
            <pc:docMk/>
            <pc:sldMk cId="1825050639" sldId="260"/>
            <ac:spMk id="12" creationId="{948FF4B9-AAF9-82A2-CD88-A9FB27F05C16}"/>
          </ac:spMkLst>
        </pc:spChg>
        <pc:graphicFrameChg chg="mod">
          <ac:chgData name="Koh Hui Ying (NUH)" userId="5adac478-5fde-4ff1-abde-42055bfefedd" providerId="ADAL" clId="{C3072575-6BF6-46DA-85BD-B8F5B066A88C}" dt="2026-01-27T06:54:27.634" v="1092"/>
          <ac:graphicFrameMkLst>
            <pc:docMk/>
            <pc:sldMk cId="1825050639" sldId="260"/>
            <ac:graphicFrameMk id="2" creationId="{C6C9A55D-7BB7-7A09-FAAA-A4217687661C}"/>
          </ac:graphicFrameMkLst>
        </pc:graphicFrameChg>
        <pc:picChg chg="add mod">
          <ac:chgData name="Koh Hui Ying (NUH)" userId="5adac478-5fde-4ff1-abde-42055bfefedd" providerId="ADAL" clId="{C3072575-6BF6-46DA-85BD-B8F5B066A88C}" dt="2026-01-27T06:52:44.768" v="1086" actId="14100"/>
          <ac:picMkLst>
            <pc:docMk/>
            <pc:sldMk cId="1825050639" sldId="260"/>
            <ac:picMk id="7" creationId="{32281097-1E66-16E3-9BCD-B01F965C34C8}"/>
          </ac:picMkLst>
        </pc:picChg>
        <pc:picChg chg="mod">
          <ac:chgData name="Koh Hui Ying (NUH)" userId="5adac478-5fde-4ff1-abde-42055bfefedd" providerId="ADAL" clId="{C3072575-6BF6-46DA-85BD-B8F5B066A88C}" dt="2026-01-27T09:05:41.117" v="3593" actId="1076"/>
          <ac:picMkLst>
            <pc:docMk/>
            <pc:sldMk cId="1825050639" sldId="260"/>
            <ac:picMk id="21" creationId="{8C40479F-8888-446A-E33F-52C68E4957B2}"/>
          </ac:picMkLst>
        </pc:picChg>
        <pc:cxnChg chg="add mod">
          <ac:chgData name="Koh Hui Ying (NUH)" userId="5adac478-5fde-4ff1-abde-42055bfefedd" providerId="ADAL" clId="{C3072575-6BF6-46DA-85BD-B8F5B066A88C}" dt="2026-01-27T06:55:05.892" v="1096" actId="14100"/>
          <ac:cxnSpMkLst>
            <pc:docMk/>
            <pc:sldMk cId="1825050639" sldId="260"/>
            <ac:cxnSpMk id="10" creationId="{D03B3453-D4CE-0936-A20A-897CCF638F9A}"/>
          </ac:cxnSpMkLst>
        </pc:cxnChg>
      </pc:sldChg>
      <pc:sldChg chg="modSp mod">
        <pc:chgData name="Koh Hui Ying (NUH)" userId="5adac478-5fde-4ff1-abde-42055bfefedd" providerId="ADAL" clId="{C3072575-6BF6-46DA-85BD-B8F5B066A88C}" dt="2026-01-27T07:01:59.266" v="1324" actId="20577"/>
        <pc:sldMkLst>
          <pc:docMk/>
          <pc:sldMk cId="718530479" sldId="265"/>
        </pc:sldMkLst>
        <pc:spChg chg="mod">
          <ac:chgData name="Koh Hui Ying (NUH)" userId="5adac478-5fde-4ff1-abde-42055bfefedd" providerId="ADAL" clId="{C3072575-6BF6-46DA-85BD-B8F5B066A88C}" dt="2026-01-27T07:01:59.266" v="1324" actId="20577"/>
          <ac:spMkLst>
            <pc:docMk/>
            <pc:sldMk cId="718530479" sldId="265"/>
            <ac:spMk id="97" creationId="{00000000-0000-0000-0000-000000000000}"/>
          </ac:spMkLst>
        </pc:spChg>
      </pc:sldChg>
      <pc:sldChg chg="modSp mod">
        <pc:chgData name="Koh Hui Ying (NUH)" userId="5adac478-5fde-4ff1-abde-42055bfefedd" providerId="ADAL" clId="{C3072575-6BF6-46DA-85BD-B8F5B066A88C}" dt="2026-01-27T07:29:57.942" v="1401" actId="2165"/>
        <pc:sldMkLst>
          <pc:docMk/>
          <pc:sldMk cId="1706948885" sldId="270"/>
        </pc:sldMkLst>
        <pc:graphicFrameChg chg="mod modGraphic">
          <ac:chgData name="Koh Hui Ying (NUH)" userId="5adac478-5fde-4ff1-abde-42055bfefedd" providerId="ADAL" clId="{C3072575-6BF6-46DA-85BD-B8F5B066A88C}" dt="2026-01-27T07:29:57.942" v="1401" actId="2165"/>
          <ac:graphicFrameMkLst>
            <pc:docMk/>
            <pc:sldMk cId="1706948885" sldId="270"/>
            <ac:graphicFrameMk id="4" creationId="{00000000-0000-0000-0000-000000000000}"/>
          </ac:graphicFrameMkLst>
        </pc:graphicFrameChg>
      </pc:sldChg>
      <pc:sldChg chg="delSp modSp mod delAnim">
        <pc:chgData name="Koh Hui Ying (NUH)" userId="5adac478-5fde-4ff1-abde-42055bfefedd" providerId="ADAL" clId="{C3072575-6BF6-46DA-85BD-B8F5B066A88C}" dt="2026-01-27T07:28:25.440" v="1360" actId="113"/>
        <pc:sldMkLst>
          <pc:docMk/>
          <pc:sldMk cId="3201225439" sldId="278"/>
        </pc:sldMkLst>
        <pc:spChg chg="del">
          <ac:chgData name="Koh Hui Ying (NUH)" userId="5adac478-5fde-4ff1-abde-42055bfefedd" providerId="ADAL" clId="{C3072575-6BF6-46DA-85BD-B8F5B066A88C}" dt="2026-01-27T07:28:20.625" v="1359" actId="478"/>
          <ac:spMkLst>
            <pc:docMk/>
            <pc:sldMk cId="3201225439" sldId="278"/>
            <ac:spMk id="6" creationId="{69409076-79F6-4C90-4F20-3325A5ECD038}"/>
          </ac:spMkLst>
        </pc:spChg>
        <pc:spChg chg="mod">
          <ac:chgData name="Koh Hui Ying (NUH)" userId="5adac478-5fde-4ff1-abde-42055bfefedd" providerId="ADAL" clId="{C3072575-6BF6-46DA-85BD-B8F5B066A88C}" dt="2026-01-27T07:28:25.440" v="1360" actId="113"/>
          <ac:spMkLst>
            <pc:docMk/>
            <pc:sldMk cId="3201225439" sldId="278"/>
            <ac:spMk id="51" creationId="{BB6E3B11-F67A-B557-E936-DEB267BC7054}"/>
          </ac:spMkLst>
        </pc:spChg>
      </pc:sldChg>
      <pc:sldChg chg="modSp mod">
        <pc:chgData name="Koh Hui Ying (NUH)" userId="5adac478-5fde-4ff1-abde-42055bfefedd" providerId="ADAL" clId="{C3072575-6BF6-46DA-85BD-B8F5B066A88C}" dt="2026-01-27T06:51:42.166" v="1082" actId="20577"/>
        <pc:sldMkLst>
          <pc:docMk/>
          <pc:sldMk cId="1750710455" sldId="282"/>
        </pc:sldMkLst>
        <pc:spChg chg="mod">
          <ac:chgData name="Koh Hui Ying (NUH)" userId="5adac478-5fde-4ff1-abde-42055bfefedd" providerId="ADAL" clId="{C3072575-6BF6-46DA-85BD-B8F5B066A88C}" dt="2026-01-27T06:24:02.366" v="24"/>
          <ac:spMkLst>
            <pc:docMk/>
            <pc:sldMk cId="1750710455" sldId="282"/>
            <ac:spMk id="5" creationId="{00000000-0000-0000-0000-000000000000}"/>
          </ac:spMkLst>
        </pc:spChg>
        <pc:spChg chg="mod">
          <ac:chgData name="Koh Hui Ying (NUH)" userId="5adac478-5fde-4ff1-abde-42055bfefedd" providerId="ADAL" clId="{C3072575-6BF6-46DA-85BD-B8F5B066A88C}" dt="2026-01-27T06:51:42.166" v="1082" actId="20577"/>
          <ac:spMkLst>
            <pc:docMk/>
            <pc:sldMk cId="1750710455" sldId="282"/>
            <ac:spMk id="7" creationId="{D848B727-B993-AF71-773C-3727D0DD34D5}"/>
          </ac:spMkLst>
        </pc:spChg>
        <pc:spChg chg="mod">
          <ac:chgData name="Koh Hui Ying (NUH)" userId="5adac478-5fde-4ff1-abde-42055bfefedd" providerId="ADAL" clId="{C3072575-6BF6-46DA-85BD-B8F5B066A88C}" dt="2026-01-27T06:51:17.752" v="1016" actId="21"/>
          <ac:spMkLst>
            <pc:docMk/>
            <pc:sldMk cId="1750710455" sldId="282"/>
            <ac:spMk id="9" creationId="{DCA21559-0482-737C-6BC9-64C9E4D414DA}"/>
          </ac:spMkLst>
        </pc:spChg>
        <pc:spChg chg="mod">
          <ac:chgData name="Koh Hui Ying (NUH)" userId="5adac478-5fde-4ff1-abde-42055bfefedd" providerId="ADAL" clId="{C3072575-6BF6-46DA-85BD-B8F5B066A88C}" dt="2026-01-27T06:51:02.298" v="1015" actId="20577"/>
          <ac:spMkLst>
            <pc:docMk/>
            <pc:sldMk cId="1750710455" sldId="282"/>
            <ac:spMk id="10" creationId="{5A862724-D809-4AB7-EA73-BB0168ED2772}"/>
          </ac:spMkLst>
        </pc:spChg>
        <pc:spChg chg="mod">
          <ac:chgData name="Koh Hui Ying (NUH)" userId="5adac478-5fde-4ff1-abde-42055bfefedd" providerId="ADAL" clId="{C3072575-6BF6-46DA-85BD-B8F5B066A88C}" dt="2026-01-27T06:50:57.182" v="1014" actId="20577"/>
          <ac:spMkLst>
            <pc:docMk/>
            <pc:sldMk cId="1750710455" sldId="282"/>
            <ac:spMk id="12" creationId="{795618AE-8779-0EA2-BEF8-77807954BD43}"/>
          </ac:spMkLst>
        </pc:spChg>
      </pc:sldChg>
      <pc:sldChg chg="addSp delSp modSp mod">
        <pc:chgData name="Koh Hui Ying (NUH)" userId="5adac478-5fde-4ff1-abde-42055bfefedd" providerId="ADAL" clId="{C3072575-6BF6-46DA-85BD-B8F5B066A88C}" dt="2026-01-27T07:43:31.541" v="1991" actId="20577"/>
        <pc:sldMkLst>
          <pc:docMk/>
          <pc:sldMk cId="811072703" sldId="284"/>
        </pc:sldMkLst>
        <pc:spChg chg="add mod">
          <ac:chgData name="Koh Hui Ying (NUH)" userId="5adac478-5fde-4ff1-abde-42055bfefedd" providerId="ADAL" clId="{C3072575-6BF6-46DA-85BD-B8F5B066A88C}" dt="2026-01-27T07:43:31.541" v="1991" actId="20577"/>
          <ac:spMkLst>
            <pc:docMk/>
            <pc:sldMk cId="811072703" sldId="284"/>
            <ac:spMk id="3" creationId="{574BF22F-1CC4-5A4C-3560-A8BBCA1707FF}"/>
          </ac:spMkLst>
        </pc:spChg>
        <pc:spChg chg="mod ord">
          <ac:chgData name="Koh Hui Ying (NUH)" userId="5adac478-5fde-4ff1-abde-42055bfefedd" providerId="ADAL" clId="{C3072575-6BF6-46DA-85BD-B8F5B066A88C}" dt="2026-01-27T07:32:51.491" v="1460" actId="21"/>
          <ac:spMkLst>
            <pc:docMk/>
            <pc:sldMk cId="811072703" sldId="284"/>
            <ac:spMk id="5" creationId="{00000000-0000-0000-0000-000000000000}"/>
          </ac:spMkLst>
        </pc:spChg>
        <pc:spChg chg="mod">
          <ac:chgData name="Koh Hui Ying (NUH)" userId="5adac478-5fde-4ff1-abde-42055bfefedd" providerId="ADAL" clId="{C3072575-6BF6-46DA-85BD-B8F5B066A88C}" dt="2026-01-27T07:32:05.682" v="1440" actId="1038"/>
          <ac:spMkLst>
            <pc:docMk/>
            <pc:sldMk cId="811072703" sldId="284"/>
            <ac:spMk id="7" creationId="{D848B727-B993-AF71-773C-3727D0DD34D5}"/>
          </ac:spMkLst>
        </pc:spChg>
        <pc:spChg chg="mod">
          <ac:chgData name="Koh Hui Ying (NUH)" userId="5adac478-5fde-4ff1-abde-42055bfefedd" providerId="ADAL" clId="{C3072575-6BF6-46DA-85BD-B8F5B066A88C}" dt="2026-01-27T07:37:48.591" v="1535" actId="1035"/>
          <ac:spMkLst>
            <pc:docMk/>
            <pc:sldMk cId="811072703" sldId="284"/>
            <ac:spMk id="9" creationId="{DCA21559-0482-737C-6BC9-64C9E4D414DA}"/>
          </ac:spMkLst>
        </pc:spChg>
        <pc:spChg chg="mod">
          <ac:chgData name="Koh Hui Ying (NUH)" userId="5adac478-5fde-4ff1-abde-42055bfefedd" providerId="ADAL" clId="{C3072575-6BF6-46DA-85BD-B8F5B066A88C}" dt="2026-01-27T07:43:21.524" v="1977" actId="1036"/>
          <ac:spMkLst>
            <pc:docMk/>
            <pc:sldMk cId="811072703" sldId="284"/>
            <ac:spMk id="10" creationId="{5A862724-D809-4AB7-EA73-BB0168ED2772}"/>
          </ac:spMkLst>
        </pc:spChg>
        <pc:spChg chg="mod">
          <ac:chgData name="Koh Hui Ying (NUH)" userId="5adac478-5fde-4ff1-abde-42055bfefedd" providerId="ADAL" clId="{C3072575-6BF6-46DA-85BD-B8F5B066A88C}" dt="2026-01-27T07:43:12.847" v="1975" actId="14100"/>
          <ac:spMkLst>
            <pc:docMk/>
            <pc:sldMk cId="811072703" sldId="284"/>
            <ac:spMk id="12" creationId="{795618AE-8779-0EA2-BEF8-77807954BD43}"/>
          </ac:spMkLst>
        </pc:spChg>
        <pc:graphicFrameChg chg="add mod">
          <ac:chgData name="Koh Hui Ying (NUH)" userId="5adac478-5fde-4ff1-abde-42055bfefedd" providerId="ADAL" clId="{C3072575-6BF6-46DA-85BD-B8F5B066A88C}" dt="2026-01-27T07:41:20.545" v="1835"/>
          <ac:graphicFrameMkLst>
            <pc:docMk/>
            <pc:sldMk cId="811072703" sldId="284"/>
            <ac:graphicFrameMk id="4" creationId="{EF8E0C55-C57E-E6D2-5DC6-31CD7F1707B8}"/>
          </ac:graphicFrameMkLst>
        </pc:graphicFrameChg>
        <pc:graphicFrameChg chg="mod">
          <ac:chgData name="Koh Hui Ying (NUH)" userId="5adac478-5fde-4ff1-abde-42055bfefedd" providerId="ADAL" clId="{C3072575-6BF6-46DA-85BD-B8F5B066A88C}" dt="2026-01-27T07:30:09.094" v="1402" actId="1076"/>
          <ac:graphicFrameMkLst>
            <pc:docMk/>
            <pc:sldMk cId="811072703" sldId="284"/>
            <ac:graphicFrameMk id="8" creationId="{53C5C7C2-70F3-B780-5422-174EB4D67028}"/>
          </ac:graphicFrameMkLst>
        </pc:graphicFrameChg>
        <pc:graphicFrameChg chg="add del mod">
          <ac:chgData name="Koh Hui Ying (NUH)" userId="5adac478-5fde-4ff1-abde-42055bfefedd" providerId="ADAL" clId="{C3072575-6BF6-46DA-85BD-B8F5B066A88C}" dt="2026-01-27T07:42:43.222" v="1971" actId="478"/>
          <ac:graphicFrameMkLst>
            <pc:docMk/>
            <pc:sldMk cId="811072703" sldId="284"/>
            <ac:graphicFrameMk id="11" creationId="{8561F6DC-364B-42D1-6841-9360D5CFD879}"/>
          </ac:graphicFrameMkLst>
        </pc:graphicFrameChg>
      </pc:sldChg>
      <pc:sldChg chg="modSp mod">
        <pc:chgData name="Koh Hui Ying (NUH)" userId="5adac478-5fde-4ff1-abde-42055bfefedd" providerId="ADAL" clId="{C3072575-6BF6-46DA-85BD-B8F5B066A88C}" dt="2026-01-27T10:01:03.476" v="3597" actId="20577"/>
        <pc:sldMkLst>
          <pc:docMk/>
          <pc:sldMk cId="3088825449" sldId="285"/>
        </pc:sldMkLst>
        <pc:spChg chg="mod ord">
          <ac:chgData name="Koh Hui Ying (NUH)" userId="5adac478-5fde-4ff1-abde-42055bfefedd" providerId="ADAL" clId="{C3072575-6BF6-46DA-85BD-B8F5B066A88C}" dt="2026-01-27T06:46:05.832" v="810" actId="1076"/>
          <ac:spMkLst>
            <pc:docMk/>
            <pc:sldMk cId="3088825449" sldId="285"/>
            <ac:spMk id="5" creationId="{00000000-0000-0000-0000-000000000000}"/>
          </ac:spMkLst>
        </pc:spChg>
        <pc:spChg chg="mod">
          <ac:chgData name="Koh Hui Ying (NUH)" userId="5adac478-5fde-4ff1-abde-42055bfefedd" providerId="ADAL" clId="{C3072575-6BF6-46DA-85BD-B8F5B066A88C}" dt="2026-01-27T06:41:57.943" v="628"/>
          <ac:spMkLst>
            <pc:docMk/>
            <pc:sldMk cId="3088825449" sldId="285"/>
            <ac:spMk id="7" creationId="{D848B727-B993-AF71-773C-3727D0DD34D5}"/>
          </ac:spMkLst>
        </pc:spChg>
        <pc:spChg chg="mod">
          <ac:chgData name="Koh Hui Ying (NUH)" userId="5adac478-5fde-4ff1-abde-42055bfefedd" providerId="ADAL" clId="{C3072575-6BF6-46DA-85BD-B8F5B066A88C}" dt="2026-01-27T06:42:02.239" v="629" actId="1076"/>
          <ac:spMkLst>
            <pc:docMk/>
            <pc:sldMk cId="3088825449" sldId="285"/>
            <ac:spMk id="9" creationId="{DCA21559-0482-737C-6BC9-64C9E4D414DA}"/>
          </ac:spMkLst>
        </pc:spChg>
        <pc:spChg chg="mod">
          <ac:chgData name="Koh Hui Ying (NUH)" userId="5adac478-5fde-4ff1-abde-42055bfefedd" providerId="ADAL" clId="{C3072575-6BF6-46DA-85BD-B8F5B066A88C}" dt="2026-01-27T10:01:03.476" v="3597" actId="20577"/>
          <ac:spMkLst>
            <pc:docMk/>
            <pc:sldMk cId="3088825449" sldId="285"/>
            <ac:spMk id="10" creationId="{5A862724-D809-4AB7-EA73-BB0168ED2772}"/>
          </ac:spMkLst>
        </pc:spChg>
        <pc:spChg chg="mod">
          <ac:chgData name="Koh Hui Ying (NUH)" userId="5adac478-5fde-4ff1-abde-42055bfefedd" providerId="ADAL" clId="{C3072575-6BF6-46DA-85BD-B8F5B066A88C}" dt="2026-01-27T06:43:02.699" v="701" actId="20577"/>
          <ac:spMkLst>
            <pc:docMk/>
            <pc:sldMk cId="3088825449" sldId="285"/>
            <ac:spMk id="12" creationId="{795618AE-8779-0EA2-BEF8-77807954BD43}"/>
          </ac:spMkLst>
        </pc:spChg>
      </pc:sldChg>
      <pc:sldChg chg="modSp mod">
        <pc:chgData name="Koh Hui Ying (NUH)" userId="5adac478-5fde-4ff1-abde-42055bfefedd" providerId="ADAL" clId="{C3072575-6BF6-46DA-85BD-B8F5B066A88C}" dt="2026-01-27T08:06:48.385" v="2653" actId="21"/>
        <pc:sldMkLst>
          <pc:docMk/>
          <pc:sldMk cId="507280465" sldId="286"/>
        </pc:sldMkLst>
        <pc:spChg chg="mod">
          <ac:chgData name="Koh Hui Ying (NUH)" userId="5adac478-5fde-4ff1-abde-42055bfefedd" providerId="ADAL" clId="{C3072575-6BF6-46DA-85BD-B8F5B066A88C}" dt="2026-01-27T08:06:48.385" v="2653" actId="21"/>
          <ac:spMkLst>
            <pc:docMk/>
            <pc:sldMk cId="507280465" sldId="286"/>
            <ac:spMk id="8" creationId="{459F2558-45FF-0D9B-BEF9-318A2C927F8C}"/>
          </ac:spMkLst>
        </pc:spChg>
      </pc:sldChg>
      <pc:sldChg chg="modSp mod">
        <pc:chgData name="Koh Hui Ying (NUH)" userId="5adac478-5fde-4ff1-abde-42055bfefedd" providerId="ADAL" clId="{C3072575-6BF6-46DA-85BD-B8F5B066A88C}" dt="2026-01-27T07:00:44.027" v="1318" actId="20577"/>
        <pc:sldMkLst>
          <pc:docMk/>
          <pc:sldMk cId="255450548" sldId="287"/>
        </pc:sldMkLst>
        <pc:spChg chg="mod">
          <ac:chgData name="Koh Hui Ying (NUH)" userId="5adac478-5fde-4ff1-abde-42055bfefedd" providerId="ADAL" clId="{C3072575-6BF6-46DA-85BD-B8F5B066A88C}" dt="2026-01-27T07:00:44.027" v="1318" actId="20577"/>
          <ac:spMkLst>
            <pc:docMk/>
            <pc:sldMk cId="255450548" sldId="287"/>
            <ac:spMk id="5" creationId="{7BB19941-B741-669D-1515-45003E43CA7A}"/>
          </ac:spMkLst>
        </pc:spChg>
      </pc:sldChg>
      <pc:sldChg chg="new del">
        <pc:chgData name="Koh Hui Ying (NUH)" userId="5adac478-5fde-4ff1-abde-42055bfefedd" providerId="ADAL" clId="{C3072575-6BF6-46DA-85BD-B8F5B066A88C}" dt="2026-01-27T06:45:01.393" v="773" actId="47"/>
        <pc:sldMkLst>
          <pc:docMk/>
          <pc:sldMk cId="1243969660" sldId="288"/>
        </pc:sldMkLst>
      </pc:sldChg>
      <pc:sldChg chg="modSp add mod">
        <pc:chgData name="Koh Hui Ying (NUH)" userId="5adac478-5fde-4ff1-abde-42055bfefedd" providerId="ADAL" clId="{C3072575-6BF6-46DA-85BD-B8F5B066A88C}" dt="2026-01-27T06:47:05.156" v="947" actId="20577"/>
        <pc:sldMkLst>
          <pc:docMk/>
          <pc:sldMk cId="1145789450" sldId="289"/>
        </pc:sldMkLst>
        <pc:spChg chg="mod">
          <ac:chgData name="Koh Hui Ying (NUH)" userId="5adac478-5fde-4ff1-abde-42055bfefedd" providerId="ADAL" clId="{C3072575-6BF6-46DA-85BD-B8F5B066A88C}" dt="2026-01-27T06:46:35.843" v="876" actId="20577"/>
          <ac:spMkLst>
            <pc:docMk/>
            <pc:sldMk cId="1145789450" sldId="289"/>
            <ac:spMk id="5" creationId="{00000000-0000-0000-0000-000000000000}"/>
          </ac:spMkLst>
        </pc:spChg>
        <pc:spChg chg="mod">
          <ac:chgData name="Koh Hui Ying (NUH)" userId="5adac478-5fde-4ff1-abde-42055bfefedd" providerId="ADAL" clId="{C3072575-6BF6-46DA-85BD-B8F5B066A88C}" dt="2026-01-27T06:46:32.646" v="875" actId="20577"/>
          <ac:spMkLst>
            <pc:docMk/>
            <pc:sldMk cId="1145789450" sldId="289"/>
            <ac:spMk id="7" creationId="{D848B727-B993-AF71-773C-3727D0DD34D5}"/>
          </ac:spMkLst>
        </pc:spChg>
        <pc:spChg chg="mod">
          <ac:chgData name="Koh Hui Ying (NUH)" userId="5adac478-5fde-4ff1-abde-42055bfefedd" providerId="ADAL" clId="{C3072575-6BF6-46DA-85BD-B8F5B066A88C}" dt="2026-01-27T06:47:05.156" v="947" actId="20577"/>
          <ac:spMkLst>
            <pc:docMk/>
            <pc:sldMk cId="1145789450" sldId="289"/>
            <ac:spMk id="10" creationId="{5A862724-D809-4AB7-EA73-BB0168ED2772}"/>
          </ac:spMkLst>
        </pc:spChg>
        <pc:spChg chg="mod">
          <ac:chgData name="Koh Hui Ying (NUH)" userId="5adac478-5fde-4ff1-abde-42055bfefedd" providerId="ADAL" clId="{C3072575-6BF6-46DA-85BD-B8F5B066A88C}" dt="2026-01-27T06:47:01.868" v="946" actId="20577"/>
          <ac:spMkLst>
            <pc:docMk/>
            <pc:sldMk cId="1145789450" sldId="289"/>
            <ac:spMk id="12" creationId="{795618AE-8779-0EA2-BEF8-77807954BD43}"/>
          </ac:spMkLst>
        </pc:spChg>
      </pc:sldChg>
      <pc:sldChg chg="addSp delSp modSp new mod">
        <pc:chgData name="Koh Hui Ying (NUH)" userId="5adac478-5fde-4ff1-abde-42055bfefedd" providerId="ADAL" clId="{C3072575-6BF6-46DA-85BD-B8F5B066A88C}" dt="2026-01-27T07:12:36.355" v="1331" actId="14100"/>
        <pc:sldMkLst>
          <pc:docMk/>
          <pc:sldMk cId="4063080034" sldId="290"/>
        </pc:sldMkLst>
        <pc:spChg chg="del">
          <ac:chgData name="Koh Hui Ying (NUH)" userId="5adac478-5fde-4ff1-abde-42055bfefedd" providerId="ADAL" clId="{C3072575-6BF6-46DA-85BD-B8F5B066A88C}" dt="2026-01-27T07:12:27.767" v="1326"/>
          <ac:spMkLst>
            <pc:docMk/>
            <pc:sldMk cId="4063080034" sldId="290"/>
            <ac:spMk id="3" creationId="{0A99164B-2C84-8DB4-7A53-B6B8217449B5}"/>
          </ac:spMkLst>
        </pc:spChg>
        <pc:picChg chg="add mod">
          <ac:chgData name="Koh Hui Ying (NUH)" userId="5adac478-5fde-4ff1-abde-42055bfefedd" providerId="ADAL" clId="{C3072575-6BF6-46DA-85BD-B8F5B066A88C}" dt="2026-01-27T07:12:36.355" v="1331" actId="14100"/>
          <ac:picMkLst>
            <pc:docMk/>
            <pc:sldMk cId="4063080034" sldId="290"/>
            <ac:picMk id="5" creationId="{7558963C-2A45-B10B-2369-1F92C342D800}"/>
          </ac:picMkLst>
        </pc:picChg>
      </pc:sldChg>
      <pc:sldChg chg="modSp add mod modAnim">
        <pc:chgData name="Koh Hui Ying (NUH)" userId="5adac478-5fde-4ff1-abde-42055bfefedd" providerId="ADAL" clId="{C3072575-6BF6-46DA-85BD-B8F5B066A88C}" dt="2026-01-27T07:46:52.082" v="2230" actId="20577"/>
        <pc:sldMkLst>
          <pc:docMk/>
          <pc:sldMk cId="4028451876" sldId="291"/>
        </pc:sldMkLst>
        <pc:spChg chg="mod">
          <ac:chgData name="Koh Hui Ying (NUH)" userId="5adac478-5fde-4ff1-abde-42055bfefedd" providerId="ADAL" clId="{C3072575-6BF6-46DA-85BD-B8F5B066A88C}" dt="2026-01-27T07:43:54.029" v="2007" actId="20577"/>
          <ac:spMkLst>
            <pc:docMk/>
            <pc:sldMk cId="4028451876" sldId="291"/>
            <ac:spMk id="3" creationId="{574BF22F-1CC4-5A4C-3560-A8BBCA1707FF}"/>
          </ac:spMkLst>
        </pc:spChg>
        <pc:spChg chg="mod">
          <ac:chgData name="Koh Hui Ying (NUH)" userId="5adac478-5fde-4ff1-abde-42055bfefedd" providerId="ADAL" clId="{C3072575-6BF6-46DA-85BD-B8F5B066A88C}" dt="2026-01-27T07:44:26.797" v="2059" actId="404"/>
          <ac:spMkLst>
            <pc:docMk/>
            <pc:sldMk cId="4028451876" sldId="291"/>
            <ac:spMk id="5" creationId="{00000000-0000-0000-0000-000000000000}"/>
          </ac:spMkLst>
        </pc:spChg>
        <pc:spChg chg="mod">
          <ac:chgData name="Koh Hui Ying (NUH)" userId="5adac478-5fde-4ff1-abde-42055bfefedd" providerId="ADAL" clId="{C3072575-6BF6-46DA-85BD-B8F5B066A88C}" dt="2026-01-27T07:45:42.282" v="2134" actId="313"/>
          <ac:spMkLst>
            <pc:docMk/>
            <pc:sldMk cId="4028451876" sldId="291"/>
            <ac:spMk id="7" creationId="{D848B727-B993-AF71-773C-3727D0DD34D5}"/>
          </ac:spMkLst>
        </pc:spChg>
        <pc:spChg chg="mod">
          <ac:chgData name="Koh Hui Ying (NUH)" userId="5adac478-5fde-4ff1-abde-42055bfefedd" providerId="ADAL" clId="{C3072575-6BF6-46DA-85BD-B8F5B066A88C}" dt="2026-01-27T07:46:32.461" v="2228" actId="20577"/>
          <ac:spMkLst>
            <pc:docMk/>
            <pc:sldMk cId="4028451876" sldId="291"/>
            <ac:spMk id="9" creationId="{DCA21559-0482-737C-6BC9-64C9E4D414DA}"/>
          </ac:spMkLst>
        </pc:spChg>
        <pc:spChg chg="mod">
          <ac:chgData name="Koh Hui Ying (NUH)" userId="5adac478-5fde-4ff1-abde-42055bfefedd" providerId="ADAL" clId="{C3072575-6BF6-46DA-85BD-B8F5B066A88C}" dt="2026-01-27T07:46:52.082" v="2230" actId="20577"/>
          <ac:spMkLst>
            <pc:docMk/>
            <pc:sldMk cId="4028451876" sldId="291"/>
            <ac:spMk id="12" creationId="{795618AE-8779-0EA2-BEF8-77807954BD43}"/>
          </ac:spMkLst>
        </pc:spChg>
      </pc:sldChg>
      <pc:sldChg chg="addSp delSp modSp add mod">
        <pc:chgData name="Koh Hui Ying (NUH)" userId="5adac478-5fde-4ff1-abde-42055bfefedd" providerId="ADAL" clId="{C3072575-6BF6-46DA-85BD-B8F5B066A88C}" dt="2026-01-27T08:22:39.033" v="3592" actId="1036"/>
        <pc:sldMkLst>
          <pc:docMk/>
          <pc:sldMk cId="3316574956" sldId="292"/>
        </pc:sldMkLst>
        <pc:spChg chg="mod">
          <ac:chgData name="Koh Hui Ying (NUH)" userId="5adac478-5fde-4ff1-abde-42055bfefedd" providerId="ADAL" clId="{C3072575-6BF6-46DA-85BD-B8F5B066A88C}" dt="2026-01-27T08:21:07.661" v="3395" actId="1036"/>
          <ac:spMkLst>
            <pc:docMk/>
            <pc:sldMk cId="3316574956" sldId="292"/>
            <ac:spMk id="4" creationId="{89C84AF1-7BAD-5F92-2184-346DF978F3A2}"/>
          </ac:spMkLst>
        </pc:spChg>
        <pc:spChg chg="mod">
          <ac:chgData name="Koh Hui Ying (NUH)" userId="5adac478-5fde-4ff1-abde-42055bfefedd" providerId="ADAL" clId="{C3072575-6BF6-46DA-85BD-B8F5B066A88C}" dt="2026-01-27T08:14:58.281" v="2956" actId="21"/>
          <ac:spMkLst>
            <pc:docMk/>
            <pc:sldMk cId="3316574956" sldId="292"/>
            <ac:spMk id="5" creationId="{0A1D5AE3-C871-1C5C-6857-9F8913C2622F}"/>
          </ac:spMkLst>
        </pc:spChg>
        <pc:spChg chg="mod">
          <ac:chgData name="Koh Hui Ying (NUH)" userId="5adac478-5fde-4ff1-abde-42055bfefedd" providerId="ADAL" clId="{C3072575-6BF6-46DA-85BD-B8F5B066A88C}" dt="2026-01-27T08:17:48.638" v="3214" actId="1036"/>
          <ac:spMkLst>
            <pc:docMk/>
            <pc:sldMk cId="3316574956" sldId="292"/>
            <ac:spMk id="12" creationId="{948FF4B9-AAF9-82A2-CD88-A9FB27F05C16}"/>
          </ac:spMkLst>
        </pc:spChg>
        <pc:spChg chg="add del">
          <ac:chgData name="Koh Hui Ying (NUH)" userId="5adac478-5fde-4ff1-abde-42055bfefedd" providerId="ADAL" clId="{C3072575-6BF6-46DA-85BD-B8F5B066A88C}" dt="2026-01-27T08:13:32.643" v="2939" actId="11529"/>
          <ac:spMkLst>
            <pc:docMk/>
            <pc:sldMk cId="3316574956" sldId="292"/>
            <ac:spMk id="20" creationId="{5E12575B-80D6-F6F5-7D43-954F661D29E3}"/>
          </ac:spMkLst>
        </pc:spChg>
        <pc:spChg chg="mod">
          <ac:chgData name="Koh Hui Ying (NUH)" userId="5adac478-5fde-4ff1-abde-42055bfefedd" providerId="ADAL" clId="{C3072575-6BF6-46DA-85BD-B8F5B066A88C}" dt="2026-01-27T08:21:35.007" v="3453" actId="1036"/>
          <ac:spMkLst>
            <pc:docMk/>
            <pc:sldMk cId="3316574956" sldId="292"/>
            <ac:spMk id="22" creationId="{D7A64A3A-24D9-F585-D978-AC49EEFAA1A4}"/>
          </ac:spMkLst>
        </pc:spChg>
        <pc:spChg chg="add mod">
          <ac:chgData name="Koh Hui Ying (NUH)" userId="5adac478-5fde-4ff1-abde-42055bfefedd" providerId="ADAL" clId="{C3072575-6BF6-46DA-85BD-B8F5B066A88C}" dt="2026-01-27T08:17:53.882" v="3229" actId="1036"/>
          <ac:spMkLst>
            <pc:docMk/>
            <pc:sldMk cId="3316574956" sldId="292"/>
            <ac:spMk id="23" creationId="{3919BE84-1AEF-52D7-872C-1D2DB0731894}"/>
          </ac:spMkLst>
        </pc:spChg>
        <pc:spChg chg="mod">
          <ac:chgData name="Koh Hui Ying (NUH)" userId="5adac478-5fde-4ff1-abde-42055bfefedd" providerId="ADAL" clId="{C3072575-6BF6-46DA-85BD-B8F5B066A88C}" dt="2026-01-27T08:22:32.499" v="3576" actId="1036"/>
          <ac:spMkLst>
            <pc:docMk/>
            <pc:sldMk cId="3316574956" sldId="292"/>
            <ac:spMk id="24" creationId="{A292EA4F-AAC7-EC49-7428-CE1DBDBA34A3}"/>
          </ac:spMkLst>
        </pc:spChg>
        <pc:spChg chg="add mod">
          <ac:chgData name="Koh Hui Ying (NUH)" userId="5adac478-5fde-4ff1-abde-42055bfefedd" providerId="ADAL" clId="{C3072575-6BF6-46DA-85BD-B8F5B066A88C}" dt="2026-01-27T08:19:28.965" v="3241" actId="1036"/>
          <ac:spMkLst>
            <pc:docMk/>
            <pc:sldMk cId="3316574956" sldId="292"/>
            <ac:spMk id="25" creationId="{B4D45506-0932-279D-E67B-A202D800A4DF}"/>
          </ac:spMkLst>
        </pc:spChg>
        <pc:spChg chg="mod">
          <ac:chgData name="Koh Hui Ying (NUH)" userId="5adac478-5fde-4ff1-abde-42055bfefedd" providerId="ADAL" clId="{C3072575-6BF6-46DA-85BD-B8F5B066A88C}" dt="2026-01-27T08:21:16.268" v="3417" actId="1036"/>
          <ac:spMkLst>
            <pc:docMk/>
            <pc:sldMk cId="3316574956" sldId="292"/>
            <ac:spMk id="30" creationId="{51C1D106-FC0C-5D06-0CB6-02D80EE52425}"/>
          </ac:spMkLst>
        </pc:spChg>
        <pc:spChg chg="mod">
          <ac:chgData name="Koh Hui Ying (NUH)" userId="5adac478-5fde-4ff1-abde-42055bfefedd" providerId="ADAL" clId="{C3072575-6BF6-46DA-85BD-B8F5B066A88C}" dt="2026-01-27T08:04:44.977" v="2589" actId="1076"/>
          <ac:spMkLst>
            <pc:docMk/>
            <pc:sldMk cId="3316574956" sldId="292"/>
            <ac:spMk id="34" creationId="{2DF69116-784F-B320-55B7-60BCE9EDE10E}"/>
          </ac:spMkLst>
        </pc:spChg>
        <pc:spChg chg="mod">
          <ac:chgData name="Koh Hui Ying (NUH)" userId="5adac478-5fde-4ff1-abde-42055bfefedd" providerId="ADAL" clId="{C3072575-6BF6-46DA-85BD-B8F5B066A88C}" dt="2026-01-27T08:04:50.019" v="2590" actId="1076"/>
          <ac:spMkLst>
            <pc:docMk/>
            <pc:sldMk cId="3316574956" sldId="292"/>
            <ac:spMk id="57" creationId="{238EB08F-FF83-A648-FF07-FB6DFC28A6FD}"/>
          </ac:spMkLst>
        </pc:spChg>
        <pc:grpChg chg="add del mod">
          <ac:chgData name="Koh Hui Ying (NUH)" userId="5adac478-5fde-4ff1-abde-42055bfefedd" providerId="ADAL" clId="{C3072575-6BF6-46DA-85BD-B8F5B066A88C}" dt="2026-01-27T08:15:04.449" v="2958" actId="478"/>
          <ac:grpSpMkLst>
            <pc:docMk/>
            <pc:sldMk cId="3316574956" sldId="292"/>
            <ac:grpSpMk id="6" creationId="{611D31B2-B510-8AFB-8531-FC568D0B9276}"/>
          </ac:grpSpMkLst>
        </pc:grpChg>
        <pc:graphicFrameChg chg="del">
          <ac:chgData name="Koh Hui Ying (NUH)" userId="5adac478-5fde-4ff1-abde-42055bfefedd" providerId="ADAL" clId="{C3072575-6BF6-46DA-85BD-B8F5B066A88C}" dt="2026-01-27T07:57:40.780" v="2283" actId="478"/>
          <ac:graphicFrameMkLst>
            <pc:docMk/>
            <pc:sldMk cId="3316574956" sldId="292"/>
            <ac:graphicFrameMk id="2" creationId="{C6C9A55D-7BB7-7A09-FAAA-A4217687661C}"/>
          </ac:graphicFrameMkLst>
        </pc:graphicFrameChg>
        <pc:graphicFrameChg chg="add del mod">
          <ac:chgData name="Koh Hui Ying (NUH)" userId="5adac478-5fde-4ff1-abde-42055bfefedd" providerId="ADAL" clId="{C3072575-6BF6-46DA-85BD-B8F5B066A88C}" dt="2026-01-27T07:59:07.395" v="2300" actId="21"/>
          <ac:graphicFrameMkLst>
            <pc:docMk/>
            <pc:sldMk cId="3316574956" sldId="292"/>
            <ac:graphicFrameMk id="8" creationId="{C6C9A55D-7BB7-7A09-FAAA-A4217687661C}"/>
          </ac:graphicFrameMkLst>
        </pc:graphicFrameChg>
        <pc:graphicFrameChg chg="add del mod">
          <ac:chgData name="Koh Hui Ying (NUH)" userId="5adac478-5fde-4ff1-abde-42055bfefedd" providerId="ADAL" clId="{C3072575-6BF6-46DA-85BD-B8F5B066A88C}" dt="2026-01-27T08:04:21.026" v="2548" actId="478"/>
          <ac:graphicFrameMkLst>
            <pc:docMk/>
            <pc:sldMk cId="3316574956" sldId="292"/>
            <ac:graphicFrameMk id="11" creationId="{C6C9A55D-7BB7-7A09-FAAA-A4217687661C}"/>
          </ac:graphicFrameMkLst>
        </pc:graphicFrameChg>
        <pc:graphicFrameChg chg="add mod">
          <ac:chgData name="Koh Hui Ying (NUH)" userId="5adac478-5fde-4ff1-abde-42055bfefedd" providerId="ADAL" clId="{C3072575-6BF6-46DA-85BD-B8F5B066A88C}" dt="2026-01-27T08:11:12.858" v="2936" actId="255"/>
          <ac:graphicFrameMkLst>
            <pc:docMk/>
            <pc:sldMk cId="3316574956" sldId="292"/>
            <ac:graphicFrameMk id="14" creationId="{586F77E3-77E0-F968-77B4-FE7536ED2854}"/>
          </ac:graphicFrameMkLst>
        </pc:graphicFrameChg>
        <pc:picChg chg="del">
          <ac:chgData name="Koh Hui Ying (NUH)" userId="5adac478-5fde-4ff1-abde-42055bfefedd" providerId="ADAL" clId="{C3072575-6BF6-46DA-85BD-B8F5B066A88C}" dt="2026-01-27T08:06:14.717" v="2637" actId="21"/>
          <ac:picMkLst>
            <pc:docMk/>
            <pc:sldMk cId="3316574956" sldId="292"/>
            <ac:picMk id="7" creationId="{32281097-1E66-16E3-9BCD-B01F965C34C8}"/>
          </ac:picMkLst>
        </pc:picChg>
        <pc:picChg chg="mod">
          <ac:chgData name="Koh Hui Ying (NUH)" userId="5adac478-5fde-4ff1-abde-42055bfefedd" providerId="ADAL" clId="{C3072575-6BF6-46DA-85BD-B8F5B066A88C}" dt="2026-01-27T08:22:16.345" v="3560" actId="1038"/>
          <ac:picMkLst>
            <pc:docMk/>
            <pc:sldMk cId="3316574956" sldId="292"/>
            <ac:picMk id="13" creationId="{B852A3ED-BD79-D68F-2174-04D04C929428}"/>
          </ac:picMkLst>
        </pc:picChg>
        <pc:picChg chg="mod">
          <ac:chgData name="Koh Hui Ying (NUH)" userId="5adac478-5fde-4ff1-abde-42055bfefedd" providerId="ADAL" clId="{C3072575-6BF6-46DA-85BD-B8F5B066A88C}" dt="2026-01-27T08:22:11.452" v="3546" actId="1036"/>
          <ac:picMkLst>
            <pc:docMk/>
            <pc:sldMk cId="3316574956" sldId="292"/>
            <ac:picMk id="17" creationId="{0301A1B4-E164-1C7A-5BF0-EBA79122929D}"/>
          </ac:picMkLst>
        </pc:picChg>
        <pc:picChg chg="add mod">
          <ac:chgData name="Koh Hui Ying (NUH)" userId="5adac478-5fde-4ff1-abde-42055bfefedd" providerId="ADAL" clId="{C3072575-6BF6-46DA-85BD-B8F5B066A88C}" dt="2026-01-27T08:22:39.033" v="3592" actId="1036"/>
          <ac:picMkLst>
            <pc:docMk/>
            <pc:sldMk cId="3316574956" sldId="292"/>
            <ac:picMk id="19" creationId="{FA1D2664-4A1A-AC99-0D8C-2B96BDFF162A}"/>
          </ac:picMkLst>
        </pc:picChg>
        <pc:picChg chg="mod">
          <ac:chgData name="Koh Hui Ying (NUH)" userId="5adac478-5fde-4ff1-abde-42055bfefedd" providerId="ADAL" clId="{C3072575-6BF6-46DA-85BD-B8F5B066A88C}" dt="2026-01-27T08:22:19.446" v="3571" actId="1036"/>
          <ac:picMkLst>
            <pc:docMk/>
            <pc:sldMk cId="3316574956" sldId="292"/>
            <ac:picMk id="21" creationId="{8C40479F-8888-446A-E33F-52C68E4957B2}"/>
          </ac:picMkLst>
        </pc:picChg>
        <pc:cxnChg chg="del">
          <ac:chgData name="Koh Hui Ying (NUH)" userId="5adac478-5fde-4ff1-abde-42055bfefedd" providerId="ADAL" clId="{C3072575-6BF6-46DA-85BD-B8F5B066A88C}" dt="2026-01-27T07:59:12.095" v="2301" actId="478"/>
          <ac:cxnSpMkLst>
            <pc:docMk/>
            <pc:sldMk cId="3316574956" sldId="292"/>
            <ac:cxnSpMk id="10" creationId="{D03B3453-D4CE-0936-A20A-897CCF638F9A}"/>
          </ac:cxnSpMkLst>
        </pc:cxnChg>
        <pc:cxnChg chg="mod">
          <ac:chgData name="Koh Hui Ying (NUH)" userId="5adac478-5fde-4ff1-abde-42055bfefedd" providerId="ADAL" clId="{C3072575-6BF6-46DA-85BD-B8F5B066A88C}" dt="2026-01-27T08:21:38.854" v="3467" actId="1036"/>
          <ac:cxnSpMkLst>
            <pc:docMk/>
            <pc:sldMk cId="3316574956" sldId="292"/>
            <ac:cxnSpMk id="27" creationId="{0DD59B91-4C78-D929-93DC-191EBF3FF714}"/>
          </ac:cxnSpMkLst>
        </pc:cxnChg>
        <pc:cxnChg chg="mod">
          <ac:chgData name="Koh Hui Ying (NUH)" userId="5adac478-5fde-4ff1-abde-42055bfefedd" providerId="ADAL" clId="{C3072575-6BF6-46DA-85BD-B8F5B066A88C}" dt="2026-01-27T08:22:27.230" v="3574" actId="1036"/>
          <ac:cxnSpMkLst>
            <pc:docMk/>
            <pc:sldMk cId="3316574956" sldId="292"/>
            <ac:cxnSpMk id="29" creationId="{67E57B9D-5A77-6291-DADD-43C510E049E6}"/>
          </ac:cxnSpMkLst>
        </pc:cxnChg>
        <pc:cxnChg chg="mod">
          <ac:chgData name="Koh Hui Ying (NUH)" userId="5adac478-5fde-4ff1-abde-42055bfefedd" providerId="ADAL" clId="{C3072575-6BF6-46DA-85BD-B8F5B066A88C}" dt="2026-01-27T08:22:35.614" v="3579" actId="1036"/>
          <ac:cxnSpMkLst>
            <pc:docMk/>
            <pc:sldMk cId="3316574956" sldId="292"/>
            <ac:cxnSpMk id="31" creationId="{A57E4A70-8670-82CC-74E2-30F741C78467}"/>
          </ac:cxnSpMkLst>
        </pc:cxnChg>
        <pc:cxnChg chg="mod">
          <ac:chgData name="Koh Hui Ying (NUH)" userId="5adac478-5fde-4ff1-abde-42055bfefedd" providerId="ADAL" clId="{C3072575-6BF6-46DA-85BD-B8F5B066A88C}" dt="2026-01-27T08:21:28.933" v="3437" actId="1036"/>
          <ac:cxnSpMkLst>
            <pc:docMk/>
            <pc:sldMk cId="3316574956" sldId="292"/>
            <ac:cxnSpMk id="33" creationId="{9869C641-3946-12D1-4181-4FB6E0B4D5F6}"/>
          </ac:cxnSpMkLst>
        </pc:cxnChg>
        <pc:cxnChg chg="mod">
          <ac:chgData name="Koh Hui Ying (NUH)" userId="5adac478-5fde-4ff1-abde-42055bfefedd" providerId="ADAL" clId="{C3072575-6BF6-46DA-85BD-B8F5B066A88C}" dt="2026-01-27T08:19:45.855" v="3281" actId="1035"/>
          <ac:cxnSpMkLst>
            <pc:docMk/>
            <pc:sldMk cId="3316574956" sldId="292"/>
            <ac:cxnSpMk id="40" creationId="{290F7065-0F21-C393-7460-E1D0BC990563}"/>
          </ac:cxnSpMkLst>
        </pc:cxnChg>
        <pc:cxnChg chg="mod">
          <ac:chgData name="Koh Hui Ying (NUH)" userId="5adac478-5fde-4ff1-abde-42055bfefedd" providerId="ADAL" clId="{C3072575-6BF6-46DA-85BD-B8F5B066A88C}" dt="2026-01-27T08:20:06.127" v="3323" actId="1036"/>
          <ac:cxnSpMkLst>
            <pc:docMk/>
            <pc:sldMk cId="3316574956" sldId="292"/>
            <ac:cxnSpMk id="52" creationId="{85A60F6B-E72C-0C95-5D69-31B6504B1182}"/>
          </ac:cxnSpMkLst>
        </pc:cxnChg>
        <pc:cxnChg chg="mod">
          <ac:chgData name="Koh Hui Ying (NUH)" userId="5adac478-5fde-4ff1-abde-42055bfefedd" providerId="ADAL" clId="{C3072575-6BF6-46DA-85BD-B8F5B066A88C}" dt="2026-01-27T08:19:54.653" v="3298" actId="1036"/>
          <ac:cxnSpMkLst>
            <pc:docMk/>
            <pc:sldMk cId="3316574956" sldId="292"/>
            <ac:cxnSpMk id="53" creationId="{9AE69A8F-8F92-A0FF-1098-9C2B26C21934}"/>
          </ac:cxnSpMkLst>
        </pc:cxnChg>
        <pc:cxnChg chg="mod">
          <ac:chgData name="Koh Hui Ying (NUH)" userId="5adac478-5fde-4ff1-abde-42055bfefedd" providerId="ADAL" clId="{C3072575-6BF6-46DA-85BD-B8F5B066A88C}" dt="2026-01-27T08:19:57.924" v="3310" actId="1036"/>
          <ac:cxnSpMkLst>
            <pc:docMk/>
            <pc:sldMk cId="3316574956" sldId="292"/>
            <ac:cxnSpMk id="54" creationId="{61250AAB-E730-60E2-9FCE-FB20EADF3113}"/>
          </ac:cxnSpMkLst>
        </pc:cxnChg>
        <pc:cxnChg chg="mod">
          <ac:chgData name="Koh Hui Ying (NUH)" userId="5adac478-5fde-4ff1-abde-42055bfefedd" providerId="ADAL" clId="{C3072575-6BF6-46DA-85BD-B8F5B066A88C}" dt="2026-01-27T08:20:09.359" v="3325" actId="1036"/>
          <ac:cxnSpMkLst>
            <pc:docMk/>
            <pc:sldMk cId="3316574956" sldId="292"/>
            <ac:cxnSpMk id="56" creationId="{18CB306C-DBB5-1818-DEFB-58C855C7C0DE}"/>
          </ac:cxnSpMkLst>
        </pc:cxnChg>
        <pc:cxnChg chg="mod">
          <ac:chgData name="Koh Hui Ying (NUH)" userId="5adac478-5fde-4ff1-abde-42055bfefedd" providerId="ADAL" clId="{C3072575-6BF6-46DA-85BD-B8F5B066A88C}" dt="2026-01-27T08:21:00.577" v="3382" actId="1036"/>
          <ac:cxnSpMkLst>
            <pc:docMk/>
            <pc:sldMk cId="3316574956" sldId="292"/>
            <ac:cxnSpMk id="58" creationId="{7D44597F-D81A-3C6F-186D-DD90FA748B14}"/>
          </ac:cxnSpMkLst>
        </pc:cxnChg>
        <pc:cxnChg chg="mod">
          <ac:chgData name="Koh Hui Ying (NUH)" userId="5adac478-5fde-4ff1-abde-42055bfefedd" providerId="ADAL" clId="{C3072575-6BF6-46DA-85BD-B8F5B066A88C}" dt="2026-01-27T08:20:51.518" v="3368" actId="1036"/>
          <ac:cxnSpMkLst>
            <pc:docMk/>
            <pc:sldMk cId="3316574956" sldId="292"/>
            <ac:cxnSpMk id="60" creationId="{C3B1C97A-6C50-46E9-CBD8-FF0375403C71}"/>
          </ac:cxnSpMkLst>
        </pc:cxnChg>
        <pc:cxnChg chg="mod">
          <ac:chgData name="Koh Hui Ying (NUH)" userId="5adac478-5fde-4ff1-abde-42055bfefedd" providerId="ADAL" clId="{C3072575-6BF6-46DA-85BD-B8F5B066A88C}" dt="2026-01-27T08:20:12.664" v="3336" actId="1036"/>
          <ac:cxnSpMkLst>
            <pc:docMk/>
            <pc:sldMk cId="3316574956" sldId="292"/>
            <ac:cxnSpMk id="61" creationId="{20761A26-592C-E1F6-EE81-6DC967AF769E}"/>
          </ac:cxnSpMkLst>
        </pc:cxnChg>
      </pc:sldChg>
    </pc:docChg>
  </pc:docChgLst>
  <pc:docChgLst>
    <pc:chgData name="Koh Hui Ying (NUH)" userId="S::hui_ying_koh@nuhs.edu.sg::5adac478-5fde-4ff1-abde-42055bfefedd" providerId="AD" clId="Web-{2F105595-C9BC-4B76-FBC4-DB6EBBAF3C6E}"/>
    <pc:docChg chg="modSld">
      <pc:chgData name="Koh Hui Ying (NUH)" userId="S::hui_ying_koh@nuhs.edu.sg::5adac478-5fde-4ff1-abde-42055bfefedd" providerId="AD" clId="Web-{2F105595-C9BC-4B76-FBC4-DB6EBBAF3C6E}" dt="2026-01-23T01:20:15.548" v="97" actId="14100"/>
      <pc:docMkLst>
        <pc:docMk/>
      </pc:docMkLst>
      <pc:sldChg chg="addSp delSp modSp">
        <pc:chgData name="Koh Hui Ying (NUH)" userId="S::hui_ying_koh@nuhs.edu.sg::5adac478-5fde-4ff1-abde-42055bfefedd" providerId="AD" clId="Web-{2F105595-C9BC-4B76-FBC4-DB6EBBAF3C6E}" dt="2026-01-23T01:16:29.749" v="23" actId="1076"/>
        <pc:sldMkLst>
          <pc:docMk/>
          <pc:sldMk cId="2073916540" sldId="256"/>
        </pc:sldMkLst>
      </pc:sldChg>
    </pc:docChg>
  </pc:docChgLst>
  <pc:docChgLst>
    <pc:chgData name="Koh Hui Ying (NUH)" userId="S::hui_ying_koh@nuhs.edu.sg::5adac478-5fde-4ff1-abde-42055bfefedd" providerId="AD" clId="Web-{1ED5DBFE-167A-C660-22E2-AF460706D167}"/>
    <pc:docChg chg="modSld">
      <pc:chgData name="Koh Hui Ying (NUH)" userId="S::hui_ying_koh@nuhs.edu.sg::5adac478-5fde-4ff1-abde-42055bfefedd" providerId="AD" clId="Web-{1ED5DBFE-167A-C660-22E2-AF460706D167}" dt="2026-01-26T01:31:47.261" v="6" actId="1076"/>
      <pc:docMkLst>
        <pc:docMk/>
      </pc:docMkLst>
      <pc:sldChg chg="addSp modSp">
        <pc:chgData name="Koh Hui Ying (NUH)" userId="S::hui_ying_koh@nuhs.edu.sg::5adac478-5fde-4ff1-abde-42055bfefedd" providerId="AD" clId="Web-{1ED5DBFE-167A-C660-22E2-AF460706D167}" dt="2026-01-26T01:31:47.261" v="6" actId="1076"/>
        <pc:sldMkLst>
          <pc:docMk/>
          <pc:sldMk cId="2929980981" sldId="276"/>
        </pc:sldMkLst>
      </pc:sldChg>
    </pc:docChg>
  </pc:docChgLst>
  <pc:docChgLst>
    <pc:chgData name="Koh Hui Ying (NUH)" userId="5adac478-5fde-4ff1-abde-42055bfefedd" providerId="ADAL" clId="{82D26202-E25C-31C8-83D9-E7C00976EEE8}"/>
    <pc:docChg chg="undo custSel modSld">
      <pc:chgData name="Koh Hui Ying (NUH)" userId="5adac478-5fde-4ff1-abde-42055bfefedd" providerId="ADAL" clId="{82D26202-E25C-31C8-83D9-E7C00976EEE8}" dt="2026-01-26T12:10:34.783" v="343" actId="20577"/>
      <pc:docMkLst>
        <pc:docMk/>
      </pc:docMkLst>
      <pc:sldChg chg="delSp modSp mod">
        <pc:chgData name="Koh Hui Ying (NUH)" userId="5adac478-5fde-4ff1-abde-42055bfefedd" providerId="ADAL" clId="{82D26202-E25C-31C8-83D9-E7C00976EEE8}" dt="2026-01-22T16:55:39.448" v="298" actId="20577"/>
        <pc:sldMkLst>
          <pc:docMk/>
          <pc:sldMk cId="2073916540" sldId="256"/>
        </pc:sldMkLst>
        <pc:graphicFrameChg chg="modGraphic">
          <ac:chgData name="Koh Hui Ying (NUH)" userId="5adac478-5fde-4ff1-abde-42055bfefedd" providerId="ADAL" clId="{82D26202-E25C-31C8-83D9-E7C00976EEE8}" dt="2026-01-22T16:55:39.448" v="298" actId="20577"/>
          <ac:graphicFrameMkLst>
            <pc:docMk/>
            <pc:sldMk cId="2073916540" sldId="256"/>
            <ac:graphicFrameMk id="4" creationId="{00000000-0000-0000-0000-000000000000}"/>
          </ac:graphicFrameMkLst>
        </pc:graphicFrameChg>
        <pc:graphicFrameChg chg="mod modGraphic">
          <ac:chgData name="Koh Hui Ying (NUH)" userId="5adac478-5fde-4ff1-abde-42055bfefedd" providerId="ADAL" clId="{82D26202-E25C-31C8-83D9-E7C00976EEE8}" dt="2026-01-22T16:51:45.600" v="195" actId="20577"/>
          <ac:graphicFrameMkLst>
            <pc:docMk/>
            <pc:sldMk cId="2073916540" sldId="256"/>
            <ac:graphicFrameMk id="10" creationId="{00000000-0000-0000-0000-000000000000}"/>
          </ac:graphicFrameMkLst>
        </pc:graphicFrameChg>
      </pc:sldChg>
      <pc:sldChg chg="modSp mod">
        <pc:chgData name="Koh Hui Ying (NUH)" userId="5adac478-5fde-4ff1-abde-42055bfefedd" providerId="ADAL" clId="{82D26202-E25C-31C8-83D9-E7C00976EEE8}" dt="2026-01-22T16:49:01.681" v="155" actId="20577"/>
        <pc:sldMkLst>
          <pc:docMk/>
          <pc:sldMk cId="3286795316" sldId="271"/>
        </pc:sldMkLst>
        <pc:spChg chg="mod">
          <ac:chgData name="Koh Hui Ying (NUH)" userId="5adac478-5fde-4ff1-abde-42055bfefedd" providerId="ADAL" clId="{82D26202-E25C-31C8-83D9-E7C00976EEE8}" dt="2026-01-22T16:49:01.681" v="155" actId="20577"/>
          <ac:spMkLst>
            <pc:docMk/>
            <pc:sldMk cId="3286795316" sldId="271"/>
            <ac:spMk id="35" creationId="{CEEB3BAE-C0B2-447C-B8BE-96C6BD84D658}"/>
          </ac:spMkLst>
        </pc:spChg>
      </pc:sldChg>
      <pc:sldChg chg="delSp modSp mod">
        <pc:chgData name="Koh Hui Ying (NUH)" userId="5adac478-5fde-4ff1-abde-42055bfefedd" providerId="ADAL" clId="{82D26202-E25C-31C8-83D9-E7C00976EEE8}" dt="2026-01-25T23:45:57.279" v="333" actId="478"/>
        <pc:sldMkLst>
          <pc:docMk/>
          <pc:sldMk cId="2929980981" sldId="276"/>
        </pc:sldMkLst>
      </pc:sldChg>
      <pc:sldChg chg="modSp mod">
        <pc:chgData name="Koh Hui Ying (NUH)" userId="5adac478-5fde-4ff1-abde-42055bfefedd" providerId="ADAL" clId="{82D26202-E25C-31C8-83D9-E7C00976EEE8}" dt="2026-01-21T14:02:12.252" v="123" actId="20577"/>
        <pc:sldMkLst>
          <pc:docMk/>
          <pc:sldMk cId="3201225439" sldId="278"/>
        </pc:sldMkLst>
        <pc:spChg chg="mod">
          <ac:chgData name="Koh Hui Ying (NUH)" userId="5adac478-5fde-4ff1-abde-42055bfefedd" providerId="ADAL" clId="{82D26202-E25C-31C8-83D9-E7C00976EEE8}" dt="2026-01-21T14:01:02.248" v="91" actId="20577"/>
          <ac:spMkLst>
            <pc:docMk/>
            <pc:sldMk cId="3201225439" sldId="278"/>
            <ac:spMk id="11" creationId="{1A5D26AD-F583-2B3A-4598-3D466B6D24A0}"/>
          </ac:spMkLst>
        </pc:spChg>
        <pc:spChg chg="mod">
          <ac:chgData name="Koh Hui Ying (NUH)" userId="5adac478-5fde-4ff1-abde-42055bfefedd" providerId="ADAL" clId="{82D26202-E25C-31C8-83D9-E7C00976EEE8}" dt="2026-01-21T14:01:30.481" v="101" actId="20577"/>
          <ac:spMkLst>
            <pc:docMk/>
            <pc:sldMk cId="3201225439" sldId="278"/>
            <ac:spMk id="18" creationId="{59E7D8B1-48D5-DE37-7491-3F535E5A52E1}"/>
          </ac:spMkLst>
        </pc:spChg>
        <pc:spChg chg="mod">
          <ac:chgData name="Koh Hui Ying (NUH)" userId="5adac478-5fde-4ff1-abde-42055bfefedd" providerId="ADAL" clId="{82D26202-E25C-31C8-83D9-E7C00976EEE8}" dt="2026-01-21T14:00:05.322" v="87" actId="20577"/>
          <ac:spMkLst>
            <pc:docMk/>
            <pc:sldMk cId="3201225439" sldId="278"/>
            <ac:spMk id="49" creationId="{7071878E-5C12-7E98-2C41-166EBD93BD9D}"/>
          </ac:spMkLst>
        </pc:spChg>
        <pc:spChg chg="mod">
          <ac:chgData name="Koh Hui Ying (NUH)" userId="5adac478-5fde-4ff1-abde-42055bfefedd" providerId="ADAL" clId="{82D26202-E25C-31C8-83D9-E7C00976EEE8}" dt="2026-01-21T14:01:53.603" v="107" actId="20577"/>
          <ac:spMkLst>
            <pc:docMk/>
            <pc:sldMk cId="3201225439" sldId="278"/>
            <ac:spMk id="76" creationId="{00000000-0000-0000-0000-000000000000}"/>
          </ac:spMkLst>
        </pc:spChg>
        <pc:spChg chg="mod">
          <ac:chgData name="Koh Hui Ying (NUH)" userId="5adac478-5fde-4ff1-abde-42055bfefedd" providerId="ADAL" clId="{82D26202-E25C-31C8-83D9-E7C00976EEE8}" dt="2026-01-21T14:02:12.252" v="123" actId="20577"/>
          <ac:spMkLst>
            <pc:docMk/>
            <pc:sldMk cId="3201225439" sldId="278"/>
            <ac:spMk id="79" creationId="{00000000-0000-0000-0000-000000000000}"/>
          </ac:spMkLst>
        </pc:spChg>
        <pc:spChg chg="mod">
          <ac:chgData name="Koh Hui Ying (NUH)" userId="5adac478-5fde-4ff1-abde-42055bfefedd" providerId="ADAL" clId="{82D26202-E25C-31C8-83D9-E7C00976EEE8}" dt="2026-01-21T13:58:41.114" v="12" actId="20577"/>
          <ac:spMkLst>
            <pc:docMk/>
            <pc:sldMk cId="3201225439" sldId="278"/>
            <ac:spMk id="243" creationId="{00000000-0000-0000-0000-000000000000}"/>
          </ac:spMkLst>
        </pc:spChg>
      </pc:sldChg>
      <pc:sldChg chg="modSp mod">
        <pc:chgData name="Koh Hui Ying (NUH)" userId="5adac478-5fde-4ff1-abde-42055bfefedd" providerId="ADAL" clId="{82D26202-E25C-31C8-83D9-E7C00976EEE8}" dt="2026-01-26T12:10:34.783" v="343" actId="20577"/>
        <pc:sldMkLst>
          <pc:docMk/>
          <pc:sldMk cId="1750710455" sldId="282"/>
        </pc:sldMkLst>
      </pc:sldChg>
    </pc:docChg>
  </pc:docChgLst>
  <pc:docChgLst>
    <pc:chgData name="Koh Hui Ying (NUH)" userId="S::hui_ying_koh@nuhs.edu.sg::5adac478-5fde-4ff1-abde-42055bfefedd" providerId="AD" clId="Web-{E18080DB-31D8-92A2-C852-C5DF7A5494C0}"/>
    <pc:docChg chg="modSld">
      <pc:chgData name="Koh Hui Ying (NUH)" userId="S::hui_ying_koh@nuhs.edu.sg::5adac478-5fde-4ff1-abde-42055bfefedd" providerId="AD" clId="Web-{E18080DB-31D8-92A2-C852-C5DF7A5494C0}" dt="2026-01-26T11:17:02.889" v="11" actId="14100"/>
      <pc:docMkLst>
        <pc:docMk/>
      </pc:docMkLst>
      <pc:sldChg chg="addSp delSp modSp">
        <pc:chgData name="Koh Hui Ying (NUH)" userId="S::hui_ying_koh@nuhs.edu.sg::5adac478-5fde-4ff1-abde-42055bfefedd" providerId="AD" clId="Web-{E18080DB-31D8-92A2-C852-C5DF7A5494C0}" dt="2026-01-26T11:17:02.889" v="11" actId="14100"/>
        <pc:sldMkLst>
          <pc:docMk/>
          <pc:sldMk cId="2073916540" sldId="256"/>
        </pc:sldMkLst>
      </pc:sldChg>
      <pc:sldChg chg="modSp">
        <pc:chgData name="Koh Hui Ying (NUH)" userId="S::hui_ying_koh@nuhs.edu.sg::5adac478-5fde-4ff1-abde-42055bfefedd" providerId="AD" clId="Web-{E18080DB-31D8-92A2-C852-C5DF7A5494C0}" dt="2026-01-26T11:05:45.287" v="5"/>
        <pc:sldMkLst>
          <pc:docMk/>
          <pc:sldMk cId="1706948885" sldId="270"/>
        </pc:sldMkLst>
        <pc:graphicFrameChg chg="mod modGraphic">
          <ac:chgData name="Koh Hui Ying (NUH)" userId="S::hui_ying_koh@nuhs.edu.sg::5adac478-5fde-4ff1-abde-42055bfefedd" providerId="AD" clId="Web-{E18080DB-31D8-92A2-C852-C5DF7A5494C0}" dt="2026-01-26T11:05:45.287" v="5"/>
          <ac:graphicFrameMkLst>
            <pc:docMk/>
            <pc:sldMk cId="1706948885" sldId="270"/>
            <ac:graphicFrameMk id="4" creationId="{00000000-0000-0000-0000-000000000000}"/>
          </ac:graphicFrameMkLst>
        </pc:graphicFrameChg>
      </pc:sldChg>
    </pc:docChg>
  </pc:docChgLst>
  <pc:docChgLst>
    <pc:chgData name="Koh Hui Ying (NUH)" userId="S::hui_ying_koh@nuhs.edu.sg::5adac478-5fde-4ff1-abde-42055bfefedd" providerId="AD" clId="Web-{CDB82EA0-CF65-E9A0-62B1-CEDDEACBE7D9}"/>
    <pc:docChg chg="modSld">
      <pc:chgData name="Koh Hui Ying (NUH)" userId="S::hui_ying_koh@nuhs.edu.sg::5adac478-5fde-4ff1-abde-42055bfefedd" providerId="AD" clId="Web-{CDB82EA0-CF65-E9A0-62B1-CEDDEACBE7D9}" dt="2026-01-26T10:56:09.205" v="55"/>
      <pc:docMkLst>
        <pc:docMk/>
      </pc:docMkLst>
      <pc:sldChg chg="addSp delSp modSp">
        <pc:chgData name="Koh Hui Ying (NUH)" userId="S::hui_ying_koh@nuhs.edu.sg::5adac478-5fde-4ff1-abde-42055bfefedd" providerId="AD" clId="Web-{CDB82EA0-CF65-E9A0-62B1-CEDDEACBE7D9}" dt="2026-01-26T10:54:08.719" v="32" actId="1076"/>
        <pc:sldMkLst>
          <pc:docMk/>
          <pc:sldMk cId="2073916540" sldId="256"/>
        </pc:sldMkLst>
      </pc:sldChg>
      <pc:sldChg chg="delSp">
        <pc:chgData name="Koh Hui Ying (NUH)" userId="S::hui_ying_koh@nuhs.edu.sg::5adac478-5fde-4ff1-abde-42055bfefedd" providerId="AD" clId="Web-{CDB82EA0-CF65-E9A0-62B1-CEDDEACBE7D9}" dt="2026-01-26T10:56:09.205" v="55"/>
        <pc:sldMkLst>
          <pc:docMk/>
          <pc:sldMk cId="507280465" sldId="286"/>
        </pc:sldMkLst>
      </pc:sldChg>
      <pc:sldChg chg="modSp">
        <pc:chgData name="Koh Hui Ying (NUH)" userId="S::hui_ying_koh@nuhs.edu.sg::5adac478-5fde-4ff1-abde-42055bfefedd" providerId="AD" clId="Web-{CDB82EA0-CF65-E9A0-62B1-CEDDEACBE7D9}" dt="2026-01-26T10:55:56.361" v="54" actId="20577"/>
        <pc:sldMkLst>
          <pc:docMk/>
          <pc:sldMk cId="255450548" sldId="287"/>
        </pc:sldMkLst>
        <pc:spChg chg="mod">
          <ac:chgData name="Koh Hui Ying (NUH)" userId="S::hui_ying_koh@nuhs.edu.sg::5adac478-5fde-4ff1-abde-42055bfefedd" providerId="AD" clId="Web-{CDB82EA0-CF65-E9A0-62B1-CEDDEACBE7D9}" dt="2026-01-26T10:55:56.361" v="54" actId="20577"/>
          <ac:spMkLst>
            <pc:docMk/>
            <pc:sldMk cId="255450548" sldId="287"/>
            <ac:spMk id="5" creationId="{7BB19941-B741-669D-1515-45003E43CA7A}"/>
          </ac:spMkLst>
        </pc:spChg>
      </pc:sldChg>
    </pc:docChg>
  </pc:docChgLst>
  <pc:docChgLst>
    <pc:chgData name="Koh Hui Ying (NUH)" userId="S::hui_ying_koh@nuhs.edu.sg::5adac478-5fde-4ff1-abde-42055bfefedd" providerId="AD" clId="Web-{285A9BF7-2294-5CE3-917C-7CC4BEA24CFC}"/>
    <pc:docChg chg="modSld">
      <pc:chgData name="Koh Hui Ying (NUH)" userId="S::hui_ying_koh@nuhs.edu.sg::5adac478-5fde-4ff1-abde-42055bfefedd" providerId="AD" clId="Web-{285A9BF7-2294-5CE3-917C-7CC4BEA24CFC}" dt="2026-01-26T11:03:23.789" v="10" actId="20577"/>
      <pc:docMkLst>
        <pc:docMk/>
      </pc:docMkLst>
      <pc:sldChg chg="addSp delSp modSp">
        <pc:chgData name="Koh Hui Ying (NUH)" userId="S::hui_ying_koh@nuhs.edu.sg::5adac478-5fde-4ff1-abde-42055bfefedd" providerId="AD" clId="Web-{285A9BF7-2294-5CE3-917C-7CC4BEA24CFC}" dt="2026-01-26T11:02:35.209" v="9" actId="14100"/>
        <pc:sldMkLst>
          <pc:docMk/>
          <pc:sldMk cId="2073916540" sldId="256"/>
        </pc:sldMkLst>
      </pc:sldChg>
      <pc:sldChg chg="modSp">
        <pc:chgData name="Koh Hui Ying (NUH)" userId="S::hui_ying_koh@nuhs.edu.sg::5adac478-5fde-4ff1-abde-42055bfefedd" providerId="AD" clId="Web-{285A9BF7-2294-5CE3-917C-7CC4BEA24CFC}" dt="2026-01-26T11:02:11.786" v="3"/>
        <pc:sldMkLst>
          <pc:docMk/>
          <pc:sldMk cId="2929980981" sldId="276"/>
        </pc:sldMkLst>
        <pc:spChg chg="mod">
          <ac:chgData name="Koh Hui Ying (NUH)" userId="S::hui_ying_koh@nuhs.edu.sg::5adac478-5fde-4ff1-abde-42055bfefedd" providerId="AD" clId="Web-{285A9BF7-2294-5CE3-917C-7CC4BEA24CFC}" dt="2026-01-26T11:02:02.848" v="1" actId="20577"/>
          <ac:spMkLst>
            <pc:docMk/>
            <pc:sldMk cId="2929980981" sldId="276"/>
            <ac:spMk id="6" creationId="{00000000-0000-0000-0000-000000000000}"/>
          </ac:spMkLst>
        </pc:spChg>
        <pc:picChg chg="mod modCrop">
          <ac:chgData name="Koh Hui Ying (NUH)" userId="S::hui_ying_koh@nuhs.edu.sg::5adac478-5fde-4ff1-abde-42055bfefedd" providerId="AD" clId="Web-{285A9BF7-2294-5CE3-917C-7CC4BEA24CFC}" dt="2026-01-26T11:02:11.786" v="3"/>
          <ac:picMkLst>
            <pc:docMk/>
            <pc:sldMk cId="2929980981" sldId="276"/>
            <ac:picMk id="9" creationId="{BFC22312-523B-756F-36C7-EA644AFC91FD}"/>
          </ac:picMkLst>
        </pc:picChg>
      </pc:sldChg>
      <pc:sldChg chg="modSp">
        <pc:chgData name="Koh Hui Ying (NUH)" userId="S::hui_ying_koh@nuhs.edu.sg::5adac478-5fde-4ff1-abde-42055bfefedd" providerId="AD" clId="Web-{285A9BF7-2294-5CE3-917C-7CC4BEA24CFC}" dt="2026-01-26T11:03:23.789" v="10" actId="20577"/>
        <pc:sldMkLst>
          <pc:docMk/>
          <pc:sldMk cId="507280465" sldId="286"/>
        </pc:sldMkLst>
        <pc:spChg chg="mod">
          <ac:chgData name="Koh Hui Ying (NUH)" userId="S::hui_ying_koh@nuhs.edu.sg::5adac478-5fde-4ff1-abde-42055bfefedd" providerId="AD" clId="Web-{285A9BF7-2294-5CE3-917C-7CC4BEA24CFC}" dt="2026-01-26T11:03:23.789" v="10" actId="20577"/>
          <ac:spMkLst>
            <pc:docMk/>
            <pc:sldMk cId="507280465" sldId="286"/>
            <ac:spMk id="8" creationId="{459F2558-45FF-0D9B-BEF9-318A2C927F8C}"/>
          </ac:spMkLst>
        </pc:spChg>
      </pc:sldChg>
    </pc:docChg>
  </pc:docChgLst>
  <pc:docChgLst>
    <pc:chgData name="Koh Hui Ying (NUH)" userId="5adac478-5fde-4ff1-abde-42055bfefedd" providerId="ADAL" clId="{D4C57FF6-702B-46FB-B12D-64372BFC29FE}"/>
    <pc:docChg chg="undo custSel addSld delSld modSld sldOrd">
      <pc:chgData name="Koh Hui Ying (NUH)" userId="5adac478-5fde-4ff1-abde-42055bfefedd" providerId="ADAL" clId="{D4C57FF6-702B-46FB-B12D-64372BFC29FE}" dt="2026-01-26T10:50:24.576" v="7485" actId="1076"/>
      <pc:docMkLst>
        <pc:docMk/>
      </pc:docMkLst>
      <pc:sldChg chg="addSp delSp modSp mod">
        <pc:chgData name="Koh Hui Ying (NUH)" userId="5adac478-5fde-4ff1-abde-42055bfefedd" providerId="ADAL" clId="{D4C57FF6-702B-46FB-B12D-64372BFC29FE}" dt="2026-01-26T10:44:27.504" v="7147" actId="1076"/>
        <pc:sldMkLst>
          <pc:docMk/>
          <pc:sldMk cId="2073916540" sldId="256"/>
        </pc:sldMkLst>
        <pc:graphicFrameChg chg="mod modGraphic">
          <ac:chgData name="Koh Hui Ying (NUH)" userId="5adac478-5fde-4ff1-abde-42055bfefedd" providerId="ADAL" clId="{D4C57FF6-702B-46FB-B12D-64372BFC29FE}" dt="2026-01-26T09:06:04.267" v="1475" actId="20577"/>
          <ac:graphicFrameMkLst>
            <pc:docMk/>
            <pc:sldMk cId="2073916540" sldId="256"/>
            <ac:graphicFrameMk id="10" creationId="{00000000-0000-0000-0000-000000000000}"/>
          </ac:graphicFrameMkLst>
        </pc:graphicFrameChg>
      </pc:sldChg>
      <pc:sldChg chg="addSp delSp modSp mod">
        <pc:chgData name="Koh Hui Ying (NUH)" userId="5adac478-5fde-4ff1-abde-42055bfefedd" providerId="ADAL" clId="{D4C57FF6-702B-46FB-B12D-64372BFC29FE}" dt="2026-01-26T10:41:50.786" v="7114" actId="403"/>
        <pc:sldMkLst>
          <pc:docMk/>
          <pc:sldMk cId="1418013887" sldId="259"/>
        </pc:sldMkLst>
        <pc:spChg chg="mod">
          <ac:chgData name="Koh Hui Ying (NUH)" userId="5adac478-5fde-4ff1-abde-42055bfefedd" providerId="ADAL" clId="{D4C57FF6-702B-46FB-B12D-64372BFC29FE}" dt="2026-01-26T10:41:50.786" v="7114" actId="403"/>
          <ac:spMkLst>
            <pc:docMk/>
            <pc:sldMk cId="1418013887" sldId="259"/>
            <ac:spMk id="44" creationId="{CEEB3BAE-C0B2-447C-B8BE-96C6BD84D658}"/>
          </ac:spMkLst>
        </pc:spChg>
      </pc:sldChg>
      <pc:sldChg chg="modSp mod">
        <pc:chgData name="Koh Hui Ying (NUH)" userId="5adac478-5fde-4ff1-abde-42055bfefedd" providerId="ADAL" clId="{D4C57FF6-702B-46FB-B12D-64372BFC29FE}" dt="2026-01-26T10:44:01.212" v="7141" actId="6549"/>
        <pc:sldMkLst>
          <pc:docMk/>
          <pc:sldMk cId="1706948885" sldId="270"/>
        </pc:sldMkLst>
        <pc:graphicFrameChg chg="modGraphic">
          <ac:chgData name="Koh Hui Ying (NUH)" userId="5adac478-5fde-4ff1-abde-42055bfefedd" providerId="ADAL" clId="{D4C57FF6-702B-46FB-B12D-64372BFC29FE}" dt="2026-01-26T10:44:01.212" v="7141" actId="6549"/>
          <ac:graphicFrameMkLst>
            <pc:docMk/>
            <pc:sldMk cId="1706948885" sldId="270"/>
            <ac:graphicFrameMk id="4" creationId="{00000000-0000-0000-0000-000000000000}"/>
          </ac:graphicFrameMkLst>
        </pc:graphicFrameChg>
      </pc:sldChg>
      <pc:sldChg chg="modSp mod">
        <pc:chgData name="Koh Hui Ying (NUH)" userId="5adac478-5fde-4ff1-abde-42055bfefedd" providerId="ADAL" clId="{D4C57FF6-702B-46FB-B12D-64372BFC29FE}" dt="2026-01-26T08:16:16.463" v="207" actId="20577"/>
        <pc:sldMkLst>
          <pc:docMk/>
          <pc:sldMk cId="3286795316" sldId="271"/>
        </pc:sldMkLst>
        <pc:spChg chg="mod">
          <ac:chgData name="Koh Hui Ying (NUH)" userId="5adac478-5fde-4ff1-abde-42055bfefedd" providerId="ADAL" clId="{D4C57FF6-702B-46FB-B12D-64372BFC29FE}" dt="2026-01-26T08:16:16.463" v="207" actId="20577"/>
          <ac:spMkLst>
            <pc:docMk/>
            <pc:sldMk cId="3286795316" sldId="271"/>
            <ac:spMk id="35" creationId="{CEEB3BAE-C0B2-447C-B8BE-96C6BD84D658}"/>
          </ac:spMkLst>
        </pc:spChg>
      </pc:sldChg>
      <pc:sldChg chg="addSp delSp modSp mod">
        <pc:chgData name="Koh Hui Ying (NUH)" userId="5adac478-5fde-4ff1-abde-42055bfefedd" providerId="ADAL" clId="{D4C57FF6-702B-46FB-B12D-64372BFC29FE}" dt="2026-01-26T10:39:59.845" v="7095" actId="1076"/>
        <pc:sldMkLst>
          <pc:docMk/>
          <pc:sldMk cId="2929980981" sldId="276"/>
        </pc:sldMkLst>
        <pc:spChg chg="add mod">
          <ac:chgData name="Koh Hui Ying (NUH)" userId="5adac478-5fde-4ff1-abde-42055bfefedd" providerId="ADAL" clId="{D4C57FF6-702B-46FB-B12D-64372BFC29FE}" dt="2026-01-26T10:39:57.452" v="7094" actId="1076"/>
          <ac:spMkLst>
            <pc:docMk/>
            <pc:sldMk cId="2929980981" sldId="276"/>
            <ac:spMk id="5" creationId="{11DAF2CF-3EA5-F4B9-2D54-19DE60A5B7EA}"/>
          </ac:spMkLst>
        </pc:spChg>
        <pc:picChg chg="add mod">
          <ac:chgData name="Koh Hui Ying (NUH)" userId="5adac478-5fde-4ff1-abde-42055bfefedd" providerId="ADAL" clId="{D4C57FF6-702B-46FB-B12D-64372BFC29FE}" dt="2026-01-26T10:39:59.845" v="7095" actId="1076"/>
          <ac:picMkLst>
            <pc:docMk/>
            <pc:sldMk cId="2929980981" sldId="276"/>
            <ac:picMk id="7" creationId="{34D4BB50-8E43-2468-4FDB-076AB56C6942}"/>
          </ac:picMkLst>
        </pc:picChg>
        <pc:picChg chg="add mod">
          <ac:chgData name="Koh Hui Ying (NUH)" userId="5adac478-5fde-4ff1-abde-42055bfefedd" providerId="ADAL" clId="{D4C57FF6-702B-46FB-B12D-64372BFC29FE}" dt="2026-01-26T10:39:44.431" v="7091" actId="1076"/>
          <ac:picMkLst>
            <pc:docMk/>
            <pc:sldMk cId="2929980981" sldId="276"/>
            <ac:picMk id="9" creationId="{BFC22312-523B-756F-36C7-EA644AFC91FD}"/>
          </ac:picMkLst>
        </pc:picChg>
      </pc:sldChg>
      <pc:sldChg chg="addSp delSp modSp mod">
        <pc:chgData name="Koh Hui Ying (NUH)" userId="5adac478-5fde-4ff1-abde-42055bfefedd" providerId="ADAL" clId="{D4C57FF6-702B-46FB-B12D-64372BFC29FE}" dt="2026-01-26T10:08:10.436" v="5676" actId="113"/>
        <pc:sldMkLst>
          <pc:docMk/>
          <pc:sldMk cId="2791824926" sldId="277"/>
        </pc:sldMkLst>
        <pc:spChg chg="mod">
          <ac:chgData name="Koh Hui Ying (NUH)" userId="5adac478-5fde-4ff1-abde-42055bfefedd" providerId="ADAL" clId="{D4C57FF6-702B-46FB-B12D-64372BFC29FE}" dt="2026-01-26T09:07:30.311" v="1497" actId="1076"/>
          <ac:spMkLst>
            <pc:docMk/>
            <pc:sldMk cId="2791824926" sldId="277"/>
            <ac:spMk id="5" creationId="{41EEE1BB-D301-0C1F-68A9-B8613742F70F}"/>
          </ac:spMkLst>
        </pc:spChg>
        <pc:spChg chg="add mod">
          <ac:chgData name="Koh Hui Ying (NUH)" userId="5adac478-5fde-4ff1-abde-42055bfefedd" providerId="ADAL" clId="{D4C57FF6-702B-46FB-B12D-64372BFC29FE}" dt="2026-01-26T10:08:08.287" v="5675" actId="113"/>
          <ac:spMkLst>
            <pc:docMk/>
            <pc:sldMk cId="2791824926" sldId="277"/>
            <ac:spMk id="9" creationId="{47B551FC-E516-670A-FDBA-F2C58ADC65E2}"/>
          </ac:spMkLst>
        </pc:spChg>
        <pc:spChg chg="add mod">
          <ac:chgData name="Koh Hui Ying (NUH)" userId="5adac478-5fde-4ff1-abde-42055bfefedd" providerId="ADAL" clId="{D4C57FF6-702B-46FB-B12D-64372BFC29FE}" dt="2026-01-26T10:08:10.436" v="5676" actId="113"/>
          <ac:spMkLst>
            <pc:docMk/>
            <pc:sldMk cId="2791824926" sldId="277"/>
            <ac:spMk id="12" creationId="{D77AA3A1-9AF8-65E2-D69F-00BD03AF206C}"/>
          </ac:spMkLst>
        </pc:spChg>
        <pc:spChg chg="add mod">
          <ac:chgData name="Koh Hui Ying (NUH)" userId="5adac478-5fde-4ff1-abde-42055bfefedd" providerId="ADAL" clId="{D4C57FF6-702B-46FB-B12D-64372BFC29FE}" dt="2026-01-26T09:06:49.441" v="1487" actId="1076"/>
          <ac:spMkLst>
            <pc:docMk/>
            <pc:sldMk cId="2791824926" sldId="277"/>
            <ac:spMk id="13" creationId="{75F5CF7B-B662-EF1B-A13A-57FB3CBA4236}"/>
          </ac:spMkLst>
        </pc:spChg>
        <pc:graphicFrameChg chg="mod">
          <ac:chgData name="Koh Hui Ying (NUH)" userId="5adac478-5fde-4ff1-abde-42055bfefedd" providerId="ADAL" clId="{D4C57FF6-702B-46FB-B12D-64372BFC29FE}" dt="2026-01-26T09:06:39.899" v="1484"/>
          <ac:graphicFrameMkLst>
            <pc:docMk/>
            <pc:sldMk cId="2791824926" sldId="277"/>
            <ac:graphicFrameMk id="2" creationId="{D27B050E-1E9D-3974-16D7-526816F4B54F}"/>
          </ac:graphicFrameMkLst>
        </pc:graphicFrameChg>
        <pc:picChg chg="add mod">
          <ac:chgData name="Koh Hui Ying (NUH)" userId="5adac478-5fde-4ff1-abde-42055bfefedd" providerId="ADAL" clId="{D4C57FF6-702B-46FB-B12D-64372BFC29FE}" dt="2026-01-26T09:06:45.171" v="1486" actId="1076"/>
          <ac:picMkLst>
            <pc:docMk/>
            <pc:sldMk cId="2791824926" sldId="277"/>
            <ac:picMk id="14" creationId="{989B8CFB-585F-8C42-EA70-88FE2D48B03A}"/>
          </ac:picMkLst>
        </pc:picChg>
      </pc:sldChg>
      <pc:sldChg chg="addSp modSp mod modAnim">
        <pc:chgData name="Koh Hui Ying (NUH)" userId="5adac478-5fde-4ff1-abde-42055bfefedd" providerId="ADAL" clId="{D4C57FF6-702B-46FB-B12D-64372BFC29FE}" dt="2026-01-26T10:42:44.241" v="7124" actId="404"/>
        <pc:sldMkLst>
          <pc:docMk/>
          <pc:sldMk cId="3201225439" sldId="278"/>
        </pc:sldMkLst>
        <pc:spChg chg="add mod">
          <ac:chgData name="Koh Hui Ying (NUH)" userId="5adac478-5fde-4ff1-abde-42055bfefedd" providerId="ADAL" clId="{D4C57FF6-702B-46FB-B12D-64372BFC29FE}" dt="2026-01-26T08:34:41.935" v="606" actId="14100"/>
          <ac:spMkLst>
            <pc:docMk/>
            <pc:sldMk cId="3201225439" sldId="278"/>
            <ac:spMk id="2" creationId="{CFF42730-5BB2-AC1C-D7D0-1122AD4005AF}"/>
          </ac:spMkLst>
        </pc:spChg>
        <pc:spChg chg="add mod">
          <ac:chgData name="Koh Hui Ying (NUH)" userId="5adac478-5fde-4ff1-abde-42055bfefedd" providerId="ADAL" clId="{D4C57FF6-702B-46FB-B12D-64372BFC29FE}" dt="2026-01-26T08:34:37.584" v="604" actId="14100"/>
          <ac:spMkLst>
            <pc:docMk/>
            <pc:sldMk cId="3201225439" sldId="278"/>
            <ac:spMk id="4" creationId="{4818E69C-C794-3508-1658-70BE6BA4D4BC}"/>
          </ac:spMkLst>
        </pc:spChg>
        <pc:spChg chg="add mod">
          <ac:chgData name="Koh Hui Ying (NUH)" userId="5adac478-5fde-4ff1-abde-42055bfefedd" providerId="ADAL" clId="{D4C57FF6-702B-46FB-B12D-64372BFC29FE}" dt="2026-01-26T10:42:30.189" v="7123" actId="1076"/>
          <ac:spMkLst>
            <pc:docMk/>
            <pc:sldMk cId="3201225439" sldId="278"/>
            <ac:spMk id="5" creationId="{D0E8778D-AA55-B1D6-D905-021CA7D19D1F}"/>
          </ac:spMkLst>
        </pc:spChg>
        <pc:spChg chg="mod">
          <ac:chgData name="Koh Hui Ying (NUH)" userId="5adac478-5fde-4ff1-abde-42055bfefedd" providerId="ADAL" clId="{D4C57FF6-702B-46FB-B12D-64372BFC29FE}" dt="2026-01-26T08:27:58.373" v="432" actId="20577"/>
          <ac:spMkLst>
            <pc:docMk/>
            <pc:sldMk cId="3201225439" sldId="278"/>
            <ac:spMk id="11" creationId="{1A5D26AD-F583-2B3A-4598-3D466B6D24A0}"/>
          </ac:spMkLst>
        </pc:spChg>
        <pc:spChg chg="mod">
          <ac:chgData name="Koh Hui Ying (NUH)" userId="5adac478-5fde-4ff1-abde-42055bfefedd" providerId="ADAL" clId="{D4C57FF6-702B-46FB-B12D-64372BFC29FE}" dt="2026-01-26T08:30:54.588" v="535" actId="113"/>
          <ac:spMkLst>
            <pc:docMk/>
            <pc:sldMk cId="3201225439" sldId="278"/>
            <ac:spMk id="18" creationId="{59E7D8B1-48D5-DE37-7491-3F535E5A52E1}"/>
          </ac:spMkLst>
        </pc:spChg>
        <pc:spChg chg="mod">
          <ac:chgData name="Koh Hui Ying (NUH)" userId="5adac478-5fde-4ff1-abde-42055bfefedd" providerId="ADAL" clId="{D4C57FF6-702B-46FB-B12D-64372BFC29FE}" dt="2026-01-26T10:42:44.241" v="7124" actId="404"/>
          <ac:spMkLst>
            <pc:docMk/>
            <pc:sldMk cId="3201225439" sldId="278"/>
            <ac:spMk id="49" creationId="{7071878E-5C12-7E98-2C41-166EBD93BD9D}"/>
          </ac:spMkLst>
        </pc:spChg>
        <pc:spChg chg="mod">
          <ac:chgData name="Koh Hui Ying (NUH)" userId="5adac478-5fde-4ff1-abde-42055bfefedd" providerId="ADAL" clId="{D4C57FF6-702B-46FB-B12D-64372BFC29FE}" dt="2026-01-26T10:42:23.249" v="7121" actId="1076"/>
          <ac:spMkLst>
            <pc:docMk/>
            <pc:sldMk cId="3201225439" sldId="278"/>
            <ac:spMk id="51" creationId="{BB6E3B11-F67A-B557-E936-DEB267BC7054}"/>
          </ac:spMkLst>
        </pc:spChg>
        <pc:spChg chg="mod">
          <ac:chgData name="Koh Hui Ying (NUH)" userId="5adac478-5fde-4ff1-abde-42055bfefedd" providerId="ADAL" clId="{D4C57FF6-702B-46FB-B12D-64372BFC29FE}" dt="2026-01-26T08:22:22.749" v="345" actId="20577"/>
          <ac:spMkLst>
            <pc:docMk/>
            <pc:sldMk cId="3201225439" sldId="278"/>
            <ac:spMk id="59" creationId="{53782B48-66F8-B281-E661-16F58D013592}"/>
          </ac:spMkLst>
        </pc:spChg>
        <pc:spChg chg="mod">
          <ac:chgData name="Koh Hui Ying (NUH)" userId="5adac478-5fde-4ff1-abde-42055bfefedd" providerId="ADAL" clId="{D4C57FF6-702B-46FB-B12D-64372BFC29FE}" dt="2026-01-26T08:30:45.558" v="534" actId="113"/>
          <ac:spMkLst>
            <pc:docMk/>
            <pc:sldMk cId="3201225439" sldId="278"/>
            <ac:spMk id="60" creationId="{06C089EA-829E-5D66-F359-FC745163EB26}"/>
          </ac:spMkLst>
        </pc:spChg>
        <pc:spChg chg="mod">
          <ac:chgData name="Koh Hui Ying (NUH)" userId="5adac478-5fde-4ff1-abde-42055bfefedd" providerId="ADAL" clId="{D4C57FF6-702B-46FB-B12D-64372BFC29FE}" dt="2026-01-26T09:05:50.037" v="1469" actId="207"/>
          <ac:spMkLst>
            <pc:docMk/>
            <pc:sldMk cId="3201225439" sldId="278"/>
            <ac:spMk id="76" creationId="{00000000-0000-0000-0000-000000000000}"/>
          </ac:spMkLst>
        </pc:spChg>
        <pc:spChg chg="mod">
          <ac:chgData name="Koh Hui Ying (NUH)" userId="5adac478-5fde-4ff1-abde-42055bfefedd" providerId="ADAL" clId="{D4C57FF6-702B-46FB-B12D-64372BFC29FE}" dt="2026-01-26T09:05:57.182" v="1471" actId="207"/>
          <ac:spMkLst>
            <pc:docMk/>
            <pc:sldMk cId="3201225439" sldId="278"/>
            <ac:spMk id="79" creationId="{00000000-0000-0000-0000-000000000000}"/>
          </ac:spMkLst>
        </pc:spChg>
        <pc:spChg chg="mod">
          <ac:chgData name="Koh Hui Ying (NUH)" userId="5adac478-5fde-4ff1-abde-42055bfefedd" providerId="ADAL" clId="{D4C57FF6-702B-46FB-B12D-64372BFC29FE}" dt="2026-01-26T09:05:45.925" v="1468" actId="207"/>
          <ac:spMkLst>
            <pc:docMk/>
            <pc:sldMk cId="3201225439" sldId="278"/>
            <ac:spMk id="131" creationId="{00000000-0000-0000-0000-000000000000}"/>
          </ac:spMkLst>
        </pc:spChg>
        <pc:cxnChg chg="mod">
          <ac:chgData name="Koh Hui Ying (NUH)" userId="5adac478-5fde-4ff1-abde-42055bfefedd" providerId="ADAL" clId="{D4C57FF6-702B-46FB-B12D-64372BFC29FE}" dt="2026-01-26T10:32:57.285" v="6732" actId="14100"/>
          <ac:cxnSpMkLst>
            <pc:docMk/>
            <pc:sldMk cId="3201225439" sldId="278"/>
            <ac:cxnSpMk id="94" creationId="{C653DD60-C6AE-C6B7-EEB2-93E05B08AB5A}"/>
          </ac:cxnSpMkLst>
        </pc:cxnChg>
      </pc:sldChg>
      <pc:sldChg chg="addSp delSp modSp add mod">
        <pc:chgData name="Koh Hui Ying (NUH)" userId="5adac478-5fde-4ff1-abde-42055bfefedd" providerId="ADAL" clId="{D4C57FF6-702B-46FB-B12D-64372BFC29FE}" dt="2026-01-26T10:48:06.532" v="7475" actId="20577"/>
        <pc:sldMkLst>
          <pc:docMk/>
          <pc:sldMk cId="1750710455" sldId="282"/>
        </pc:sldMkLst>
        <pc:spChg chg="mod">
          <ac:chgData name="Koh Hui Ying (NUH)" userId="5adac478-5fde-4ff1-abde-42055bfefedd" providerId="ADAL" clId="{D4C57FF6-702B-46FB-B12D-64372BFC29FE}" dt="2026-01-26T09:39:00.780" v="3765" actId="20577"/>
          <ac:spMkLst>
            <pc:docMk/>
            <pc:sldMk cId="1750710455" sldId="282"/>
            <ac:spMk id="5" creationId="{00000000-0000-0000-0000-000000000000}"/>
          </ac:spMkLst>
        </pc:spChg>
        <pc:spChg chg="add mod">
          <ac:chgData name="Koh Hui Ying (NUH)" userId="5adac478-5fde-4ff1-abde-42055bfefedd" providerId="ADAL" clId="{D4C57FF6-702B-46FB-B12D-64372BFC29FE}" dt="2026-01-26T09:53:11.531" v="5129" actId="20577"/>
          <ac:spMkLst>
            <pc:docMk/>
            <pc:sldMk cId="1750710455" sldId="282"/>
            <ac:spMk id="7" creationId="{D848B727-B993-AF71-773C-3727D0DD34D5}"/>
          </ac:spMkLst>
        </pc:spChg>
        <pc:spChg chg="add mod">
          <ac:chgData name="Koh Hui Ying (NUH)" userId="5adac478-5fde-4ff1-abde-42055bfefedd" providerId="ADAL" clId="{D4C57FF6-702B-46FB-B12D-64372BFC29FE}" dt="2026-01-26T09:33:58.046" v="3543" actId="1035"/>
          <ac:spMkLst>
            <pc:docMk/>
            <pc:sldMk cId="1750710455" sldId="282"/>
            <ac:spMk id="9" creationId="{DCA21559-0482-737C-6BC9-64C9E4D414DA}"/>
          </ac:spMkLst>
        </pc:spChg>
        <pc:graphicFrameChg chg="add mod">
          <ac:chgData name="Koh Hui Ying (NUH)" userId="5adac478-5fde-4ff1-abde-42055bfefedd" providerId="ADAL" clId="{D4C57FF6-702B-46FB-B12D-64372BFC29FE}" dt="2026-01-26T09:12:57.374" v="1589" actId="207"/>
          <ac:graphicFrameMkLst>
            <pc:docMk/>
            <pc:sldMk cId="1750710455" sldId="282"/>
            <ac:graphicFrameMk id="8" creationId="{53C5C7C2-70F3-B780-5422-174EB4D67028}"/>
          </ac:graphicFrameMkLst>
        </pc:graphicFrameChg>
      </pc:sldChg>
      <pc:sldChg chg="modSp add mod ord">
        <pc:chgData name="Koh Hui Ying (NUH)" userId="5adac478-5fde-4ff1-abde-42055bfefedd" providerId="ADAL" clId="{D4C57FF6-702B-46FB-B12D-64372BFC29FE}" dt="2026-01-26T10:46:26.947" v="7321" actId="20577"/>
        <pc:sldMkLst>
          <pc:docMk/>
          <pc:sldMk cId="811072703" sldId="284"/>
        </pc:sldMkLst>
        <pc:spChg chg="mod">
          <ac:chgData name="Koh Hui Ying (NUH)" userId="5adac478-5fde-4ff1-abde-42055bfefedd" providerId="ADAL" clId="{D4C57FF6-702B-46FB-B12D-64372BFC29FE}" dt="2026-01-26T09:39:09.422" v="3777" actId="20577"/>
          <ac:spMkLst>
            <pc:docMk/>
            <pc:sldMk cId="811072703" sldId="284"/>
            <ac:spMk id="5" creationId="{00000000-0000-0000-0000-000000000000}"/>
          </ac:spMkLst>
        </pc:spChg>
        <pc:spChg chg="mod">
          <ac:chgData name="Koh Hui Ying (NUH)" userId="5adac478-5fde-4ff1-abde-42055bfefedd" providerId="ADAL" clId="{D4C57FF6-702B-46FB-B12D-64372BFC29FE}" dt="2026-01-26T10:46:26.947" v="7321" actId="20577"/>
          <ac:spMkLst>
            <pc:docMk/>
            <pc:sldMk cId="811072703" sldId="284"/>
            <ac:spMk id="7" creationId="{D848B727-B993-AF71-773C-3727D0DD34D5}"/>
          </ac:spMkLst>
        </pc:spChg>
        <pc:spChg chg="mod">
          <ac:chgData name="Koh Hui Ying (NUH)" userId="5adac478-5fde-4ff1-abde-42055bfefedd" providerId="ADAL" clId="{D4C57FF6-702B-46FB-B12D-64372BFC29FE}" dt="2026-01-26T09:42:19.792" v="4073" actId="20577"/>
          <ac:spMkLst>
            <pc:docMk/>
            <pc:sldMk cId="811072703" sldId="284"/>
            <ac:spMk id="9" creationId="{DCA21559-0482-737C-6BC9-64C9E4D414DA}"/>
          </ac:spMkLst>
        </pc:spChg>
        <pc:spChg chg="mod">
          <ac:chgData name="Koh Hui Ying (NUH)" userId="5adac478-5fde-4ff1-abde-42055bfefedd" providerId="ADAL" clId="{D4C57FF6-702B-46FB-B12D-64372BFC29FE}" dt="2026-01-26T10:45:45.881" v="7227" actId="20577"/>
          <ac:spMkLst>
            <pc:docMk/>
            <pc:sldMk cId="811072703" sldId="284"/>
            <ac:spMk id="10" creationId="{5A862724-D809-4AB7-EA73-BB0168ED2772}"/>
          </ac:spMkLst>
        </pc:spChg>
        <pc:spChg chg="mod">
          <ac:chgData name="Koh Hui Ying (NUH)" userId="5adac478-5fde-4ff1-abde-42055bfefedd" providerId="ADAL" clId="{D4C57FF6-702B-46FB-B12D-64372BFC29FE}" dt="2026-01-26T09:57:15.385" v="5350" actId="20577"/>
          <ac:spMkLst>
            <pc:docMk/>
            <pc:sldMk cId="811072703" sldId="284"/>
            <ac:spMk id="12" creationId="{795618AE-8779-0EA2-BEF8-77807954BD43}"/>
          </ac:spMkLst>
        </pc:spChg>
      </pc:sldChg>
      <pc:sldChg chg="addSp delSp modSp add mod">
        <pc:chgData name="Koh Hui Ying (NUH)" userId="5adac478-5fde-4ff1-abde-42055bfefedd" providerId="ADAL" clId="{D4C57FF6-702B-46FB-B12D-64372BFC29FE}" dt="2026-01-26T10:49:45.980" v="7478" actId="207"/>
        <pc:sldMkLst>
          <pc:docMk/>
          <pc:sldMk cId="507280465" sldId="286"/>
        </pc:sldMkLst>
        <pc:spChg chg="add mod">
          <ac:chgData name="Koh Hui Ying (NUH)" userId="5adac478-5fde-4ff1-abde-42055bfefedd" providerId="ADAL" clId="{D4C57FF6-702B-46FB-B12D-64372BFC29FE}" dt="2026-01-26T10:49:45.980" v="7478" actId="207"/>
          <ac:spMkLst>
            <pc:docMk/>
            <pc:sldMk cId="507280465" sldId="286"/>
            <ac:spMk id="8" creationId="{459F2558-45FF-0D9B-BEF9-318A2C927F8C}"/>
          </ac:spMkLst>
        </pc:spChg>
        <pc:spChg chg="mod">
          <ac:chgData name="Koh Hui Ying (NUH)" userId="5adac478-5fde-4ff1-abde-42055bfefedd" providerId="ADAL" clId="{D4C57FF6-702B-46FB-B12D-64372BFC29FE}" dt="2026-01-26T10:15:53.340" v="5835" actId="2711"/>
          <ac:spMkLst>
            <pc:docMk/>
            <pc:sldMk cId="507280465" sldId="286"/>
            <ac:spMk id="47" creationId="{00000000-0000-0000-0000-000000000000}"/>
          </ac:spMkLst>
        </pc:spChg>
      </pc:sldChg>
      <pc:sldChg chg="addSp delSp modSp add mod">
        <pc:chgData name="Koh Hui Ying (NUH)" userId="5adac478-5fde-4ff1-abde-42055bfefedd" providerId="ADAL" clId="{D4C57FF6-702B-46FB-B12D-64372BFC29FE}" dt="2026-01-26T10:50:08.209" v="7482" actId="403"/>
        <pc:sldMkLst>
          <pc:docMk/>
          <pc:sldMk cId="255450548" sldId="287"/>
        </pc:sldMkLst>
        <pc:spChg chg="add mod">
          <ac:chgData name="Koh Hui Ying (NUH)" userId="5adac478-5fde-4ff1-abde-42055bfefedd" providerId="ADAL" clId="{D4C57FF6-702B-46FB-B12D-64372BFC29FE}" dt="2026-01-26T10:50:08.209" v="7482" actId="403"/>
          <ac:spMkLst>
            <pc:docMk/>
            <pc:sldMk cId="255450548" sldId="287"/>
            <ac:spMk id="5" creationId="{7BB19941-B741-669D-1515-45003E43CA7A}"/>
          </ac:spMkLst>
        </pc:spChg>
        <pc:spChg chg="mod">
          <ac:chgData name="Koh Hui Ying (NUH)" userId="5adac478-5fde-4ff1-abde-42055bfefedd" providerId="ADAL" clId="{D4C57FF6-702B-46FB-B12D-64372BFC29FE}" dt="2026-01-26T10:38:42.929" v="7079" actId="20577"/>
          <ac:spMkLst>
            <pc:docMk/>
            <pc:sldMk cId="255450548" sldId="287"/>
            <ac:spMk id="47" creationId="{00000000-0000-0000-0000-000000000000}"/>
          </ac:spMkLst>
        </pc:spChg>
      </pc:sldChg>
    </pc:docChg>
  </pc:docChgLst>
  <pc:docChgLst>
    <pc:chgData name="Koh Hui Ying (NUH)" userId="S::hui_ying_koh@nuhs.edu.sg::5adac478-5fde-4ff1-abde-42055bfefedd" providerId="AD" clId="Web-{8EED401E-F20A-9C7F-7E57-3F3248DC358D}"/>
    <pc:docChg chg="modSld">
      <pc:chgData name="Koh Hui Ying (NUH)" userId="S::hui_ying_koh@nuhs.edu.sg::5adac478-5fde-4ff1-abde-42055bfefedd" providerId="AD" clId="Web-{8EED401E-F20A-9C7F-7E57-3F3248DC358D}" dt="2026-01-28T09:36:53.064" v="1"/>
      <pc:docMkLst>
        <pc:docMk/>
      </pc:docMkLst>
      <pc:sldChg chg="modSp">
        <pc:chgData name="Koh Hui Ying (NUH)" userId="S::hui_ying_koh@nuhs.edu.sg::5adac478-5fde-4ff1-abde-42055bfefedd" providerId="AD" clId="Web-{8EED401E-F20A-9C7F-7E57-3F3248DC358D}" dt="2026-01-28T09:36:21.641" v="0" actId="20577"/>
        <pc:sldMkLst>
          <pc:docMk/>
          <pc:sldMk cId="811072703" sldId="284"/>
        </pc:sldMkLst>
        <pc:spChg chg="mod">
          <ac:chgData name="Koh Hui Ying (NUH)" userId="S::hui_ying_koh@nuhs.edu.sg::5adac478-5fde-4ff1-abde-42055bfefedd" providerId="AD" clId="Web-{8EED401E-F20A-9C7F-7E57-3F3248DC358D}" dt="2026-01-28T09:36:21.641" v="0" actId="20577"/>
          <ac:spMkLst>
            <pc:docMk/>
            <pc:sldMk cId="811072703" sldId="284"/>
            <ac:spMk id="12" creationId="{795618AE-8779-0EA2-BEF8-77807954BD43}"/>
          </ac:spMkLst>
        </pc:spChg>
      </pc:sldChg>
      <pc:sldChg chg="delSp">
        <pc:chgData name="Koh Hui Ying (NUH)" userId="S::hui_ying_koh@nuhs.edu.sg::5adac478-5fde-4ff1-abde-42055bfefedd" providerId="AD" clId="Web-{8EED401E-F20A-9C7F-7E57-3F3248DC358D}" dt="2026-01-28T09:36:53.064" v="1"/>
        <pc:sldMkLst>
          <pc:docMk/>
          <pc:sldMk cId="255450548" sldId="287"/>
        </pc:sldMkLst>
        <pc:cxnChg chg="del">
          <ac:chgData name="Koh Hui Ying (NUH)" userId="S::hui_ying_koh@nuhs.edu.sg::5adac478-5fde-4ff1-abde-42055bfefedd" providerId="AD" clId="Web-{8EED401E-F20A-9C7F-7E57-3F3248DC358D}" dt="2026-01-28T09:36:53.064" v="1"/>
          <ac:cxnSpMkLst>
            <pc:docMk/>
            <pc:sldMk cId="255450548" sldId="287"/>
            <ac:cxnSpMk id="55" creationId="{00000000-0000-0000-0000-000000000000}"/>
          </ac:cxnSpMkLst>
        </pc:cxnChg>
      </pc:sldChg>
    </pc:docChg>
  </pc:docChgLst>
  <pc:docChgLst>
    <pc:chgData name="Koh Hui Ying (NUH)" userId="5adac478-5fde-4ff1-abde-42055bfefedd" providerId="ADAL" clId="{309B238F-15E1-4D41-AE81-35C0A6878DAE}"/>
    <pc:docChg chg="modSld">
      <pc:chgData name="Koh Hui Ying (NUH)" userId="5adac478-5fde-4ff1-abde-42055bfefedd" providerId="ADAL" clId="{309B238F-15E1-4D41-AE81-35C0A6878DAE}" dt="2026-01-28T09:37:15.478" v="0" actId="1076"/>
      <pc:docMkLst>
        <pc:docMk/>
      </pc:docMkLst>
      <pc:sldChg chg="modSp mod">
        <pc:chgData name="Koh Hui Ying (NUH)" userId="5adac478-5fde-4ff1-abde-42055bfefedd" providerId="ADAL" clId="{309B238F-15E1-4D41-AE81-35C0A6878DAE}" dt="2026-01-28T09:37:15.478" v="0" actId="1076"/>
        <pc:sldMkLst>
          <pc:docMk/>
          <pc:sldMk cId="3316574956" sldId="292"/>
        </pc:sldMkLst>
        <pc:spChg chg="mod">
          <ac:chgData name="Koh Hui Ying (NUH)" userId="5adac478-5fde-4ff1-abde-42055bfefedd" providerId="ADAL" clId="{309B238F-15E1-4D41-AE81-35C0A6878DAE}" dt="2026-01-28T09:37:15.478" v="0" actId="1076"/>
          <ac:spMkLst>
            <pc:docMk/>
            <pc:sldMk cId="3316574956" sldId="292"/>
            <ac:spMk id="25" creationId="{B4D45506-0932-279D-E67B-A202D800A4DF}"/>
          </ac:spMkLst>
        </pc:spChg>
      </pc:sldChg>
    </pc:docChg>
  </pc:docChgLst>
</pc:chgInfo>
</file>

<file path=ppt/charts/_rels/chart1.xml.rels>&#65279;<?xml version="1.0" encoding="utf-8" standalone="yes"?>
<Relationships xmlns="http://schemas.openxmlformats.org/package/2006/relationships">
  <Relationship Id="rId3" Type="http://schemas.openxmlformats.org/officeDocument/2006/relationships/oleObject" Target="" TargetMode="External" />
  <Relationship Id="rId2" Type="http://schemas.microsoft.com/office/2011/relationships/chartColorStyle" Target="colors1.xml" />
  <Relationship Id="rId1" Type="http://schemas.microsoft.com/office/2011/relationships/chartStyle" Target="style1.xml" />
</Relationships>
</file>

<file path=ppt/charts/_rels/chart2.xml.rels>&#65279;<?xml version="1.0" encoding="utf-8" standalone="yes"?>
<Relationships xmlns="http://schemas.openxmlformats.org/package/2006/relationships">
  <Relationship Id="rId3" Type="http://schemas.openxmlformats.org/officeDocument/2006/relationships/oleObject" Target="" TargetMode="External" />
  <Relationship Id="rId2" Type="http://schemas.microsoft.com/office/2011/relationships/chartColorStyle" Target="colors2.xml" />
  <Relationship Id="rId1" Type="http://schemas.microsoft.com/office/2011/relationships/chartStyle" Target="style2.xml" />
</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Arial Narrow" panose="020B0606020202030204" pitchFamily="34" charset="0"/>
                <a:ea typeface="+mn-ea"/>
                <a:cs typeface="+mn-cs"/>
              </a:defRPr>
            </a:pPr>
            <a:r>
              <a:rPr lang="en-SG" sz="2400" b="1" dirty="0">
                <a:latin typeface="Arial Narrow" panose="020B0606020202030204" pitchFamily="34" charset="0"/>
              </a:rPr>
              <a:t>Number of Phone Calls to</a:t>
            </a:r>
            <a:r>
              <a:rPr lang="en-SG" sz="2400" b="1" baseline="0" dirty="0">
                <a:latin typeface="Arial Narrow" panose="020B0606020202030204" pitchFamily="34" charset="0"/>
              </a:rPr>
              <a:t> PT</a:t>
            </a:r>
            <a:endParaRPr lang="en-SG" sz="2400" b="1" dirty="0">
              <a:latin typeface="Arial Narrow" panose="020B0606020202030204" pitchFamily="34"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Arial Narrow" panose="020B0606020202030204" pitchFamily="34" charset="0"/>
              <a:ea typeface="+mn-ea"/>
              <a:cs typeface="+mn-cs"/>
            </a:defRPr>
          </a:pPr>
          <a:endParaRPr lang="en-US"/>
        </a:p>
      </c:txPr>
    </c:title>
    <c:autoTitleDeleted val="0"/>
    <c:plotArea>
      <c:layout/>
      <c:lineChart>
        <c:grouping val="standard"/>
        <c:varyColors val="0"/>
        <c:ser>
          <c:idx val="0"/>
          <c:order val="0"/>
          <c:tx>
            <c:strRef>
              <c:f>Sheet2!$B$1</c:f>
              <c:strCache>
                <c:ptCount val="1"/>
                <c:pt idx="0">
                  <c:v>No of calls before PT review patient</c:v>
                </c:pt>
              </c:strCache>
            </c:strRef>
          </c:tx>
          <c:spPr>
            <a:ln w="28575" cap="rnd">
              <a:solidFill>
                <a:schemeClr val="accent1"/>
              </a:solidFill>
              <a:round/>
            </a:ln>
            <a:effectLst/>
          </c:spPr>
          <c:marker>
            <c:symbol val="none"/>
          </c:marker>
          <c:cat>
            <c:strRef>
              <c:f>Sheet2!$A$2:$A$16</c:f>
              <c:strCache>
                <c:ptCount val="15"/>
                <c:pt idx="0">
                  <c:v>Pt 1</c:v>
                </c:pt>
                <c:pt idx="1">
                  <c:v>Pt 2</c:v>
                </c:pt>
                <c:pt idx="2">
                  <c:v>Pt 3</c:v>
                </c:pt>
                <c:pt idx="3">
                  <c:v>Pt 4</c:v>
                </c:pt>
                <c:pt idx="4">
                  <c:v>Pt 5</c:v>
                </c:pt>
                <c:pt idx="5">
                  <c:v>Pt 6</c:v>
                </c:pt>
                <c:pt idx="6">
                  <c:v>Pt 7</c:v>
                </c:pt>
                <c:pt idx="7">
                  <c:v>Pt 8</c:v>
                </c:pt>
                <c:pt idx="8">
                  <c:v>Pt 9</c:v>
                </c:pt>
                <c:pt idx="9">
                  <c:v>Pt 10</c:v>
                </c:pt>
                <c:pt idx="10">
                  <c:v>Pt 11</c:v>
                </c:pt>
                <c:pt idx="11">
                  <c:v>Pt 12</c:v>
                </c:pt>
                <c:pt idx="12">
                  <c:v>Pt 13</c:v>
                </c:pt>
                <c:pt idx="13">
                  <c:v>Pt 14</c:v>
                </c:pt>
                <c:pt idx="14">
                  <c:v>Pt 15</c:v>
                </c:pt>
              </c:strCache>
            </c:strRef>
          </c:cat>
          <c:val>
            <c:numRef>
              <c:f>Sheet2!$B$2:$B$16</c:f>
              <c:numCache>
                <c:formatCode>General</c:formatCode>
                <c:ptCount val="15"/>
                <c:pt idx="0">
                  <c:v>4</c:v>
                </c:pt>
                <c:pt idx="1">
                  <c:v>3</c:v>
                </c:pt>
                <c:pt idx="2">
                  <c:v>2</c:v>
                </c:pt>
                <c:pt idx="3">
                  <c:v>3</c:v>
                </c:pt>
                <c:pt idx="4">
                  <c:v>4</c:v>
                </c:pt>
                <c:pt idx="5">
                  <c:v>6</c:v>
                </c:pt>
                <c:pt idx="6">
                  <c:v>3</c:v>
                </c:pt>
                <c:pt idx="7">
                  <c:v>2</c:v>
                </c:pt>
                <c:pt idx="8">
                  <c:v>5</c:v>
                </c:pt>
                <c:pt idx="9">
                  <c:v>6</c:v>
                </c:pt>
                <c:pt idx="10">
                  <c:v>3</c:v>
                </c:pt>
                <c:pt idx="11">
                  <c:v>5</c:v>
                </c:pt>
                <c:pt idx="12">
                  <c:v>4</c:v>
                </c:pt>
                <c:pt idx="13">
                  <c:v>5</c:v>
                </c:pt>
                <c:pt idx="14">
                  <c:v>6</c:v>
                </c:pt>
              </c:numCache>
            </c:numRef>
          </c:val>
          <c:smooth val="0"/>
          <c:extLst>
            <c:ext xmlns:c16="http://schemas.microsoft.com/office/drawing/2014/chart" uri="{C3380CC4-5D6E-409C-BE32-E72D297353CC}">
              <c16:uniqueId val="{00000000-BC63-401A-8C1E-B51041CE37EE}"/>
            </c:ext>
          </c:extLst>
        </c:ser>
        <c:ser>
          <c:idx val="1"/>
          <c:order val="1"/>
          <c:tx>
            <c:strRef>
              <c:f>Sheet2!$C$1</c:f>
              <c:strCache>
                <c:ptCount val="1"/>
                <c:pt idx="0">
                  <c:v>median</c:v>
                </c:pt>
              </c:strCache>
            </c:strRef>
          </c:tx>
          <c:spPr>
            <a:ln w="28575" cap="rnd">
              <a:solidFill>
                <a:schemeClr val="accent2"/>
              </a:solidFill>
              <a:round/>
            </a:ln>
            <a:effectLst/>
          </c:spPr>
          <c:marker>
            <c:symbol val="none"/>
          </c:marker>
          <c:cat>
            <c:strRef>
              <c:f>Sheet2!$A$2:$A$16</c:f>
              <c:strCache>
                <c:ptCount val="15"/>
                <c:pt idx="0">
                  <c:v>Pt 1</c:v>
                </c:pt>
                <c:pt idx="1">
                  <c:v>Pt 2</c:v>
                </c:pt>
                <c:pt idx="2">
                  <c:v>Pt 3</c:v>
                </c:pt>
                <c:pt idx="3">
                  <c:v>Pt 4</c:v>
                </c:pt>
                <c:pt idx="4">
                  <c:v>Pt 5</c:v>
                </c:pt>
                <c:pt idx="5">
                  <c:v>Pt 6</c:v>
                </c:pt>
                <c:pt idx="6">
                  <c:v>Pt 7</c:v>
                </c:pt>
                <c:pt idx="7">
                  <c:v>Pt 8</c:v>
                </c:pt>
                <c:pt idx="8">
                  <c:v>Pt 9</c:v>
                </c:pt>
                <c:pt idx="9">
                  <c:v>Pt 10</c:v>
                </c:pt>
                <c:pt idx="10">
                  <c:v>Pt 11</c:v>
                </c:pt>
                <c:pt idx="11">
                  <c:v>Pt 12</c:v>
                </c:pt>
                <c:pt idx="12">
                  <c:v>Pt 13</c:v>
                </c:pt>
                <c:pt idx="13">
                  <c:v>Pt 14</c:v>
                </c:pt>
                <c:pt idx="14">
                  <c:v>Pt 15</c:v>
                </c:pt>
              </c:strCache>
            </c:strRef>
          </c:cat>
          <c:val>
            <c:numRef>
              <c:f>Sheet2!$C$2:$C$16</c:f>
              <c:numCache>
                <c:formatCode>General</c:formatCode>
                <c:ptCount val="15"/>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numCache>
            </c:numRef>
          </c:val>
          <c:smooth val="0"/>
          <c:extLst>
            <c:ext xmlns:c16="http://schemas.microsoft.com/office/drawing/2014/chart" uri="{C3380CC4-5D6E-409C-BE32-E72D297353CC}">
              <c16:uniqueId val="{00000001-BC63-401A-8C1E-B51041CE37EE}"/>
            </c:ext>
          </c:extLst>
        </c:ser>
        <c:dLbls>
          <c:showLegendKey val="0"/>
          <c:showVal val="0"/>
          <c:showCatName val="0"/>
          <c:showSerName val="0"/>
          <c:showPercent val="0"/>
          <c:showBubbleSize val="0"/>
        </c:dLbls>
        <c:smooth val="0"/>
        <c:axId val="1525600399"/>
        <c:axId val="1525589359"/>
      </c:lineChart>
      <c:catAx>
        <c:axId val="15256003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25589359"/>
        <c:crosses val="autoZero"/>
        <c:auto val="1"/>
        <c:lblAlgn val="ctr"/>
        <c:lblOffset val="100"/>
        <c:noMultiLvlLbl val="0"/>
      </c:catAx>
      <c:valAx>
        <c:axId val="152558935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2560039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mn-lt"/>
                <a:ea typeface="+mn-ea"/>
                <a:cs typeface="+mn-cs"/>
              </a:defRPr>
            </a:pPr>
            <a:r>
              <a:rPr lang="en-SG" sz="2400" b="1" i="0" u="none" strike="noStrike" kern="1200" spc="0" baseline="0" dirty="0">
                <a:solidFill>
                  <a:prstClr val="black">
                    <a:lumMod val="65000"/>
                    <a:lumOff val="35000"/>
                  </a:prstClr>
                </a:solidFill>
              </a:rPr>
              <a:t>Number of Phone Calls to PT</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mn-lt"/>
              <a:ea typeface="+mn-ea"/>
              <a:cs typeface="+mn-cs"/>
            </a:defRPr>
          </a:pPr>
          <a:endParaRPr lang="en-US"/>
        </a:p>
      </c:txPr>
    </c:title>
    <c:autoTitleDeleted val="0"/>
    <c:plotArea>
      <c:layout/>
      <c:lineChart>
        <c:grouping val="standard"/>
        <c:varyColors val="0"/>
        <c:ser>
          <c:idx val="0"/>
          <c:order val="0"/>
          <c:spPr>
            <a:ln w="28575" cap="rnd">
              <a:solidFill>
                <a:schemeClr val="accent1"/>
              </a:solidFill>
              <a:round/>
            </a:ln>
            <a:effectLst/>
          </c:spPr>
          <c:marker>
            <c:symbol val="none"/>
          </c:marker>
          <c:cat>
            <c:strRef>
              <c:f>Sheet1!$A$3:$A$93</c:f>
              <c:strCache>
                <c:ptCount val="91"/>
                <c:pt idx="0">
                  <c:v>Pt 1</c:v>
                </c:pt>
                <c:pt idx="1">
                  <c:v>Pt 2</c:v>
                </c:pt>
                <c:pt idx="2">
                  <c:v>Pt 3</c:v>
                </c:pt>
                <c:pt idx="3">
                  <c:v>Pt 4</c:v>
                </c:pt>
                <c:pt idx="4">
                  <c:v>Pt 5</c:v>
                </c:pt>
                <c:pt idx="5">
                  <c:v>Pt 6</c:v>
                </c:pt>
                <c:pt idx="6">
                  <c:v>Pt 7</c:v>
                </c:pt>
                <c:pt idx="7">
                  <c:v>Pt 8</c:v>
                </c:pt>
                <c:pt idx="8">
                  <c:v>Pt 9</c:v>
                </c:pt>
                <c:pt idx="9">
                  <c:v>Pt 10</c:v>
                </c:pt>
                <c:pt idx="10">
                  <c:v>Pt 11</c:v>
                </c:pt>
                <c:pt idx="11">
                  <c:v>Pt 12</c:v>
                </c:pt>
                <c:pt idx="12">
                  <c:v>Pt 13</c:v>
                </c:pt>
                <c:pt idx="13">
                  <c:v>Pt 14</c:v>
                </c:pt>
                <c:pt idx="14">
                  <c:v>Pt 15</c:v>
                </c:pt>
                <c:pt idx="15">
                  <c:v>Pt 16</c:v>
                </c:pt>
                <c:pt idx="16">
                  <c:v>Pt 17</c:v>
                </c:pt>
                <c:pt idx="17">
                  <c:v>Pt 18</c:v>
                </c:pt>
                <c:pt idx="18">
                  <c:v>Pt 19</c:v>
                </c:pt>
                <c:pt idx="19">
                  <c:v>Pt 20</c:v>
                </c:pt>
                <c:pt idx="20">
                  <c:v>Pt 21</c:v>
                </c:pt>
                <c:pt idx="21">
                  <c:v>Pt 22</c:v>
                </c:pt>
                <c:pt idx="22">
                  <c:v>Pt 23</c:v>
                </c:pt>
                <c:pt idx="23">
                  <c:v>Pt 24</c:v>
                </c:pt>
                <c:pt idx="24">
                  <c:v>Pt 25</c:v>
                </c:pt>
                <c:pt idx="25">
                  <c:v>Pt 26</c:v>
                </c:pt>
                <c:pt idx="26">
                  <c:v>Pt 27</c:v>
                </c:pt>
                <c:pt idx="27">
                  <c:v>Pt 28</c:v>
                </c:pt>
                <c:pt idx="28">
                  <c:v>Pt 29</c:v>
                </c:pt>
                <c:pt idx="29">
                  <c:v>Pt 30</c:v>
                </c:pt>
                <c:pt idx="30">
                  <c:v>Pt 31</c:v>
                </c:pt>
                <c:pt idx="31">
                  <c:v>Pt 32</c:v>
                </c:pt>
                <c:pt idx="32">
                  <c:v>Pt 33</c:v>
                </c:pt>
                <c:pt idx="33">
                  <c:v>Pt 34</c:v>
                </c:pt>
                <c:pt idx="34">
                  <c:v>Pt 35</c:v>
                </c:pt>
                <c:pt idx="35">
                  <c:v>Pt 36</c:v>
                </c:pt>
                <c:pt idx="36">
                  <c:v>Pt 37</c:v>
                </c:pt>
                <c:pt idx="37">
                  <c:v>Pt 38</c:v>
                </c:pt>
                <c:pt idx="38">
                  <c:v>Pt 39</c:v>
                </c:pt>
                <c:pt idx="39">
                  <c:v>Pt 40</c:v>
                </c:pt>
                <c:pt idx="40">
                  <c:v>Pt 41</c:v>
                </c:pt>
                <c:pt idx="41">
                  <c:v>Pt 42</c:v>
                </c:pt>
                <c:pt idx="42">
                  <c:v>Pt 43</c:v>
                </c:pt>
                <c:pt idx="43">
                  <c:v>Pt 44</c:v>
                </c:pt>
                <c:pt idx="44">
                  <c:v>Pt 45</c:v>
                </c:pt>
                <c:pt idx="45">
                  <c:v>Pt 46</c:v>
                </c:pt>
                <c:pt idx="46">
                  <c:v>Pt 47</c:v>
                </c:pt>
                <c:pt idx="47">
                  <c:v>Pt 48</c:v>
                </c:pt>
                <c:pt idx="48">
                  <c:v>Pt 49</c:v>
                </c:pt>
                <c:pt idx="49">
                  <c:v>Pt 50</c:v>
                </c:pt>
                <c:pt idx="50">
                  <c:v>Pt 51</c:v>
                </c:pt>
                <c:pt idx="51">
                  <c:v>Pt 52</c:v>
                </c:pt>
                <c:pt idx="52">
                  <c:v>Pt 53</c:v>
                </c:pt>
                <c:pt idx="53">
                  <c:v>Pt 54</c:v>
                </c:pt>
                <c:pt idx="54">
                  <c:v>Pt 55</c:v>
                </c:pt>
                <c:pt idx="55">
                  <c:v>Pt 56</c:v>
                </c:pt>
                <c:pt idx="56">
                  <c:v>Pt 57</c:v>
                </c:pt>
                <c:pt idx="57">
                  <c:v>Pt 58</c:v>
                </c:pt>
                <c:pt idx="58">
                  <c:v>Pt 59</c:v>
                </c:pt>
                <c:pt idx="59">
                  <c:v>Pt 60</c:v>
                </c:pt>
                <c:pt idx="60">
                  <c:v>Pt 61</c:v>
                </c:pt>
                <c:pt idx="61">
                  <c:v>Pt 62</c:v>
                </c:pt>
                <c:pt idx="62">
                  <c:v>Pt 63</c:v>
                </c:pt>
                <c:pt idx="63">
                  <c:v>Pt 64</c:v>
                </c:pt>
                <c:pt idx="64">
                  <c:v>Pt 65</c:v>
                </c:pt>
                <c:pt idx="65">
                  <c:v>Pt 66</c:v>
                </c:pt>
                <c:pt idx="66">
                  <c:v>Pt 67</c:v>
                </c:pt>
                <c:pt idx="67">
                  <c:v>Pt 68</c:v>
                </c:pt>
                <c:pt idx="68">
                  <c:v>Pt 69</c:v>
                </c:pt>
                <c:pt idx="69">
                  <c:v>Pt 70</c:v>
                </c:pt>
                <c:pt idx="70">
                  <c:v>Pt 71</c:v>
                </c:pt>
                <c:pt idx="71">
                  <c:v>Pt 72</c:v>
                </c:pt>
                <c:pt idx="72">
                  <c:v>Pt 73</c:v>
                </c:pt>
                <c:pt idx="73">
                  <c:v>Pt 74</c:v>
                </c:pt>
                <c:pt idx="74">
                  <c:v>Pt 75</c:v>
                </c:pt>
                <c:pt idx="75">
                  <c:v>Pt 76</c:v>
                </c:pt>
                <c:pt idx="76">
                  <c:v>Pt 77</c:v>
                </c:pt>
                <c:pt idx="77">
                  <c:v>Pt 78</c:v>
                </c:pt>
                <c:pt idx="78">
                  <c:v>Pt 79</c:v>
                </c:pt>
                <c:pt idx="79">
                  <c:v>Pt 80</c:v>
                </c:pt>
                <c:pt idx="80">
                  <c:v>Pt 81</c:v>
                </c:pt>
                <c:pt idx="81">
                  <c:v>Pt 82</c:v>
                </c:pt>
                <c:pt idx="82">
                  <c:v>Pt 83</c:v>
                </c:pt>
                <c:pt idx="83">
                  <c:v>Pt 84</c:v>
                </c:pt>
                <c:pt idx="84">
                  <c:v>Pt 85</c:v>
                </c:pt>
                <c:pt idx="85">
                  <c:v>Pt 86</c:v>
                </c:pt>
                <c:pt idx="86">
                  <c:v>Pt 87</c:v>
                </c:pt>
                <c:pt idx="87">
                  <c:v>Pt 88</c:v>
                </c:pt>
                <c:pt idx="88">
                  <c:v>Pt 89</c:v>
                </c:pt>
                <c:pt idx="89">
                  <c:v>Pt 90</c:v>
                </c:pt>
                <c:pt idx="90">
                  <c:v>Pt 91</c:v>
                </c:pt>
              </c:strCache>
            </c:strRef>
          </c:cat>
          <c:val>
            <c:numRef>
              <c:f>Sheet1!$B$3:$B$93</c:f>
              <c:numCache>
                <c:formatCode>General</c:formatCode>
                <c:ptCount val="91"/>
                <c:pt idx="0">
                  <c:v>4</c:v>
                </c:pt>
                <c:pt idx="1">
                  <c:v>3</c:v>
                </c:pt>
                <c:pt idx="2">
                  <c:v>2</c:v>
                </c:pt>
                <c:pt idx="3">
                  <c:v>3</c:v>
                </c:pt>
                <c:pt idx="4">
                  <c:v>4</c:v>
                </c:pt>
                <c:pt idx="5">
                  <c:v>6</c:v>
                </c:pt>
                <c:pt idx="6">
                  <c:v>3</c:v>
                </c:pt>
                <c:pt idx="7">
                  <c:v>2</c:v>
                </c:pt>
                <c:pt idx="8">
                  <c:v>5</c:v>
                </c:pt>
                <c:pt idx="9">
                  <c:v>6</c:v>
                </c:pt>
                <c:pt idx="10">
                  <c:v>3</c:v>
                </c:pt>
                <c:pt idx="11">
                  <c:v>5</c:v>
                </c:pt>
                <c:pt idx="12">
                  <c:v>4</c:v>
                </c:pt>
                <c:pt idx="13">
                  <c:v>5</c:v>
                </c:pt>
                <c:pt idx="14">
                  <c:v>6</c:v>
                </c:pt>
                <c:pt idx="15">
                  <c:v>1</c:v>
                </c:pt>
                <c:pt idx="16">
                  <c:v>2</c:v>
                </c:pt>
                <c:pt idx="17">
                  <c:v>2</c:v>
                </c:pt>
                <c:pt idx="18">
                  <c:v>1</c:v>
                </c:pt>
                <c:pt idx="19">
                  <c:v>2</c:v>
                </c:pt>
                <c:pt idx="20">
                  <c:v>1</c:v>
                </c:pt>
                <c:pt idx="21">
                  <c:v>1</c:v>
                </c:pt>
                <c:pt idx="22">
                  <c:v>2</c:v>
                </c:pt>
                <c:pt idx="23">
                  <c:v>1</c:v>
                </c:pt>
                <c:pt idx="24">
                  <c:v>2</c:v>
                </c:pt>
                <c:pt idx="25">
                  <c:v>1</c:v>
                </c:pt>
                <c:pt idx="26">
                  <c:v>1</c:v>
                </c:pt>
                <c:pt idx="27">
                  <c:v>1</c:v>
                </c:pt>
                <c:pt idx="28">
                  <c:v>1</c:v>
                </c:pt>
                <c:pt idx="29">
                  <c:v>2</c:v>
                </c:pt>
                <c:pt idx="30">
                  <c:v>1</c:v>
                </c:pt>
                <c:pt idx="31">
                  <c:v>2</c:v>
                </c:pt>
                <c:pt idx="32">
                  <c:v>2</c:v>
                </c:pt>
                <c:pt idx="33">
                  <c:v>1</c:v>
                </c:pt>
                <c:pt idx="34">
                  <c:v>1</c:v>
                </c:pt>
                <c:pt idx="35">
                  <c:v>1</c:v>
                </c:pt>
                <c:pt idx="36">
                  <c:v>1</c:v>
                </c:pt>
                <c:pt idx="37">
                  <c:v>1</c:v>
                </c:pt>
                <c:pt idx="38">
                  <c:v>2</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numCache>
            </c:numRef>
          </c:val>
          <c:smooth val="0"/>
          <c:extLst>
            <c:ext xmlns:c16="http://schemas.microsoft.com/office/drawing/2014/chart" uri="{C3380CC4-5D6E-409C-BE32-E72D297353CC}">
              <c16:uniqueId val="{00000000-FA29-4D65-B15D-1A0007FEBE1C}"/>
            </c:ext>
          </c:extLst>
        </c:ser>
        <c:ser>
          <c:idx val="1"/>
          <c:order val="1"/>
          <c:spPr>
            <a:ln w="28575" cap="rnd">
              <a:solidFill>
                <a:schemeClr val="accent2"/>
              </a:solidFill>
              <a:round/>
            </a:ln>
            <a:effectLst/>
          </c:spPr>
          <c:marker>
            <c:symbol val="none"/>
          </c:marker>
          <c:cat>
            <c:strRef>
              <c:f>Sheet1!$A$3:$A$93</c:f>
              <c:strCache>
                <c:ptCount val="91"/>
                <c:pt idx="0">
                  <c:v>Pt 1</c:v>
                </c:pt>
                <c:pt idx="1">
                  <c:v>Pt 2</c:v>
                </c:pt>
                <c:pt idx="2">
                  <c:v>Pt 3</c:v>
                </c:pt>
                <c:pt idx="3">
                  <c:v>Pt 4</c:v>
                </c:pt>
                <c:pt idx="4">
                  <c:v>Pt 5</c:v>
                </c:pt>
                <c:pt idx="5">
                  <c:v>Pt 6</c:v>
                </c:pt>
                <c:pt idx="6">
                  <c:v>Pt 7</c:v>
                </c:pt>
                <c:pt idx="7">
                  <c:v>Pt 8</c:v>
                </c:pt>
                <c:pt idx="8">
                  <c:v>Pt 9</c:v>
                </c:pt>
                <c:pt idx="9">
                  <c:v>Pt 10</c:v>
                </c:pt>
                <c:pt idx="10">
                  <c:v>Pt 11</c:v>
                </c:pt>
                <c:pt idx="11">
                  <c:v>Pt 12</c:v>
                </c:pt>
                <c:pt idx="12">
                  <c:v>Pt 13</c:v>
                </c:pt>
                <c:pt idx="13">
                  <c:v>Pt 14</c:v>
                </c:pt>
                <c:pt idx="14">
                  <c:v>Pt 15</c:v>
                </c:pt>
                <c:pt idx="15">
                  <c:v>Pt 16</c:v>
                </c:pt>
                <c:pt idx="16">
                  <c:v>Pt 17</c:v>
                </c:pt>
                <c:pt idx="17">
                  <c:v>Pt 18</c:v>
                </c:pt>
                <c:pt idx="18">
                  <c:v>Pt 19</c:v>
                </c:pt>
                <c:pt idx="19">
                  <c:v>Pt 20</c:v>
                </c:pt>
                <c:pt idx="20">
                  <c:v>Pt 21</c:v>
                </c:pt>
                <c:pt idx="21">
                  <c:v>Pt 22</c:v>
                </c:pt>
                <c:pt idx="22">
                  <c:v>Pt 23</c:v>
                </c:pt>
                <c:pt idx="23">
                  <c:v>Pt 24</c:v>
                </c:pt>
                <c:pt idx="24">
                  <c:v>Pt 25</c:v>
                </c:pt>
                <c:pt idx="25">
                  <c:v>Pt 26</c:v>
                </c:pt>
                <c:pt idx="26">
                  <c:v>Pt 27</c:v>
                </c:pt>
                <c:pt idx="27">
                  <c:v>Pt 28</c:v>
                </c:pt>
                <c:pt idx="28">
                  <c:v>Pt 29</c:v>
                </c:pt>
                <c:pt idx="29">
                  <c:v>Pt 30</c:v>
                </c:pt>
                <c:pt idx="30">
                  <c:v>Pt 31</c:v>
                </c:pt>
                <c:pt idx="31">
                  <c:v>Pt 32</c:v>
                </c:pt>
                <c:pt idx="32">
                  <c:v>Pt 33</c:v>
                </c:pt>
                <c:pt idx="33">
                  <c:v>Pt 34</c:v>
                </c:pt>
                <c:pt idx="34">
                  <c:v>Pt 35</c:v>
                </c:pt>
                <c:pt idx="35">
                  <c:v>Pt 36</c:v>
                </c:pt>
                <c:pt idx="36">
                  <c:v>Pt 37</c:v>
                </c:pt>
                <c:pt idx="37">
                  <c:v>Pt 38</c:v>
                </c:pt>
                <c:pt idx="38">
                  <c:v>Pt 39</c:v>
                </c:pt>
                <c:pt idx="39">
                  <c:v>Pt 40</c:v>
                </c:pt>
                <c:pt idx="40">
                  <c:v>Pt 41</c:v>
                </c:pt>
                <c:pt idx="41">
                  <c:v>Pt 42</c:v>
                </c:pt>
                <c:pt idx="42">
                  <c:v>Pt 43</c:v>
                </c:pt>
                <c:pt idx="43">
                  <c:v>Pt 44</c:v>
                </c:pt>
                <c:pt idx="44">
                  <c:v>Pt 45</c:v>
                </c:pt>
                <c:pt idx="45">
                  <c:v>Pt 46</c:v>
                </c:pt>
                <c:pt idx="46">
                  <c:v>Pt 47</c:v>
                </c:pt>
                <c:pt idx="47">
                  <c:v>Pt 48</c:v>
                </c:pt>
                <c:pt idx="48">
                  <c:v>Pt 49</c:v>
                </c:pt>
                <c:pt idx="49">
                  <c:v>Pt 50</c:v>
                </c:pt>
                <c:pt idx="50">
                  <c:v>Pt 51</c:v>
                </c:pt>
                <c:pt idx="51">
                  <c:v>Pt 52</c:v>
                </c:pt>
                <c:pt idx="52">
                  <c:v>Pt 53</c:v>
                </c:pt>
                <c:pt idx="53">
                  <c:v>Pt 54</c:v>
                </c:pt>
                <c:pt idx="54">
                  <c:v>Pt 55</c:v>
                </c:pt>
                <c:pt idx="55">
                  <c:v>Pt 56</c:v>
                </c:pt>
                <c:pt idx="56">
                  <c:v>Pt 57</c:v>
                </c:pt>
                <c:pt idx="57">
                  <c:v>Pt 58</c:v>
                </c:pt>
                <c:pt idx="58">
                  <c:v>Pt 59</c:v>
                </c:pt>
                <c:pt idx="59">
                  <c:v>Pt 60</c:v>
                </c:pt>
                <c:pt idx="60">
                  <c:v>Pt 61</c:v>
                </c:pt>
                <c:pt idx="61">
                  <c:v>Pt 62</c:v>
                </c:pt>
                <c:pt idx="62">
                  <c:v>Pt 63</c:v>
                </c:pt>
                <c:pt idx="63">
                  <c:v>Pt 64</c:v>
                </c:pt>
                <c:pt idx="64">
                  <c:v>Pt 65</c:v>
                </c:pt>
                <c:pt idx="65">
                  <c:v>Pt 66</c:v>
                </c:pt>
                <c:pt idx="66">
                  <c:v>Pt 67</c:v>
                </c:pt>
                <c:pt idx="67">
                  <c:v>Pt 68</c:v>
                </c:pt>
                <c:pt idx="68">
                  <c:v>Pt 69</c:v>
                </c:pt>
                <c:pt idx="69">
                  <c:v>Pt 70</c:v>
                </c:pt>
                <c:pt idx="70">
                  <c:v>Pt 71</c:v>
                </c:pt>
                <c:pt idx="71">
                  <c:v>Pt 72</c:v>
                </c:pt>
                <c:pt idx="72">
                  <c:v>Pt 73</c:v>
                </c:pt>
                <c:pt idx="73">
                  <c:v>Pt 74</c:v>
                </c:pt>
                <c:pt idx="74">
                  <c:v>Pt 75</c:v>
                </c:pt>
                <c:pt idx="75">
                  <c:v>Pt 76</c:v>
                </c:pt>
                <c:pt idx="76">
                  <c:v>Pt 77</c:v>
                </c:pt>
                <c:pt idx="77">
                  <c:v>Pt 78</c:v>
                </c:pt>
                <c:pt idx="78">
                  <c:v>Pt 79</c:v>
                </c:pt>
                <c:pt idx="79">
                  <c:v>Pt 80</c:v>
                </c:pt>
                <c:pt idx="80">
                  <c:v>Pt 81</c:v>
                </c:pt>
                <c:pt idx="81">
                  <c:v>Pt 82</c:v>
                </c:pt>
                <c:pt idx="82">
                  <c:v>Pt 83</c:v>
                </c:pt>
                <c:pt idx="83">
                  <c:v>Pt 84</c:v>
                </c:pt>
                <c:pt idx="84">
                  <c:v>Pt 85</c:v>
                </c:pt>
                <c:pt idx="85">
                  <c:v>Pt 86</c:v>
                </c:pt>
                <c:pt idx="86">
                  <c:v>Pt 87</c:v>
                </c:pt>
                <c:pt idx="87">
                  <c:v>Pt 88</c:v>
                </c:pt>
                <c:pt idx="88">
                  <c:v>Pt 89</c:v>
                </c:pt>
                <c:pt idx="89">
                  <c:v>Pt 90</c:v>
                </c:pt>
                <c:pt idx="90">
                  <c:v>Pt 91</c:v>
                </c:pt>
              </c:strCache>
            </c:strRef>
          </c:cat>
          <c:val>
            <c:numRef>
              <c:f>Sheet1!$C$3:$C$93</c:f>
              <c:numCache>
                <c:formatCode>General</c:formatCode>
                <c:ptCount val="91"/>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numCache>
            </c:numRef>
          </c:val>
          <c:smooth val="0"/>
          <c:extLst>
            <c:ext xmlns:c16="http://schemas.microsoft.com/office/drawing/2014/chart" uri="{C3380CC4-5D6E-409C-BE32-E72D297353CC}">
              <c16:uniqueId val="{00000001-FA29-4D65-B15D-1A0007FEBE1C}"/>
            </c:ext>
          </c:extLst>
        </c:ser>
        <c:ser>
          <c:idx val="2"/>
          <c:order val="2"/>
          <c:spPr>
            <a:ln w="28575" cap="rnd">
              <a:solidFill>
                <a:schemeClr val="accent3"/>
              </a:solidFill>
              <a:round/>
            </a:ln>
            <a:effectLst/>
          </c:spPr>
          <c:marker>
            <c:symbol val="none"/>
          </c:marker>
          <c:cat>
            <c:strRef>
              <c:f>Sheet1!$A$3:$A$93</c:f>
              <c:strCache>
                <c:ptCount val="91"/>
                <c:pt idx="0">
                  <c:v>Pt 1</c:v>
                </c:pt>
                <c:pt idx="1">
                  <c:v>Pt 2</c:v>
                </c:pt>
                <c:pt idx="2">
                  <c:v>Pt 3</c:v>
                </c:pt>
                <c:pt idx="3">
                  <c:v>Pt 4</c:v>
                </c:pt>
                <c:pt idx="4">
                  <c:v>Pt 5</c:v>
                </c:pt>
                <c:pt idx="5">
                  <c:v>Pt 6</c:v>
                </c:pt>
                <c:pt idx="6">
                  <c:v>Pt 7</c:v>
                </c:pt>
                <c:pt idx="7">
                  <c:v>Pt 8</c:v>
                </c:pt>
                <c:pt idx="8">
                  <c:v>Pt 9</c:v>
                </c:pt>
                <c:pt idx="9">
                  <c:v>Pt 10</c:v>
                </c:pt>
                <c:pt idx="10">
                  <c:v>Pt 11</c:v>
                </c:pt>
                <c:pt idx="11">
                  <c:v>Pt 12</c:v>
                </c:pt>
                <c:pt idx="12">
                  <c:v>Pt 13</c:v>
                </c:pt>
                <c:pt idx="13">
                  <c:v>Pt 14</c:v>
                </c:pt>
                <c:pt idx="14">
                  <c:v>Pt 15</c:v>
                </c:pt>
                <c:pt idx="15">
                  <c:v>Pt 16</c:v>
                </c:pt>
                <c:pt idx="16">
                  <c:v>Pt 17</c:v>
                </c:pt>
                <c:pt idx="17">
                  <c:v>Pt 18</c:v>
                </c:pt>
                <c:pt idx="18">
                  <c:v>Pt 19</c:v>
                </c:pt>
                <c:pt idx="19">
                  <c:v>Pt 20</c:v>
                </c:pt>
                <c:pt idx="20">
                  <c:v>Pt 21</c:v>
                </c:pt>
                <c:pt idx="21">
                  <c:v>Pt 22</c:v>
                </c:pt>
                <c:pt idx="22">
                  <c:v>Pt 23</c:v>
                </c:pt>
                <c:pt idx="23">
                  <c:v>Pt 24</c:v>
                </c:pt>
                <c:pt idx="24">
                  <c:v>Pt 25</c:v>
                </c:pt>
                <c:pt idx="25">
                  <c:v>Pt 26</c:v>
                </c:pt>
                <c:pt idx="26">
                  <c:v>Pt 27</c:v>
                </c:pt>
                <c:pt idx="27">
                  <c:v>Pt 28</c:v>
                </c:pt>
                <c:pt idx="28">
                  <c:v>Pt 29</c:v>
                </c:pt>
                <c:pt idx="29">
                  <c:v>Pt 30</c:v>
                </c:pt>
                <c:pt idx="30">
                  <c:v>Pt 31</c:v>
                </c:pt>
                <c:pt idx="31">
                  <c:v>Pt 32</c:v>
                </c:pt>
                <c:pt idx="32">
                  <c:v>Pt 33</c:v>
                </c:pt>
                <c:pt idx="33">
                  <c:v>Pt 34</c:v>
                </c:pt>
                <c:pt idx="34">
                  <c:v>Pt 35</c:v>
                </c:pt>
                <c:pt idx="35">
                  <c:v>Pt 36</c:v>
                </c:pt>
                <c:pt idx="36">
                  <c:v>Pt 37</c:v>
                </c:pt>
                <c:pt idx="37">
                  <c:v>Pt 38</c:v>
                </c:pt>
                <c:pt idx="38">
                  <c:v>Pt 39</c:v>
                </c:pt>
                <c:pt idx="39">
                  <c:v>Pt 40</c:v>
                </c:pt>
                <c:pt idx="40">
                  <c:v>Pt 41</c:v>
                </c:pt>
                <c:pt idx="41">
                  <c:v>Pt 42</c:v>
                </c:pt>
                <c:pt idx="42">
                  <c:v>Pt 43</c:v>
                </c:pt>
                <c:pt idx="43">
                  <c:v>Pt 44</c:v>
                </c:pt>
                <c:pt idx="44">
                  <c:v>Pt 45</c:v>
                </c:pt>
                <c:pt idx="45">
                  <c:v>Pt 46</c:v>
                </c:pt>
                <c:pt idx="46">
                  <c:v>Pt 47</c:v>
                </c:pt>
                <c:pt idx="47">
                  <c:v>Pt 48</c:v>
                </c:pt>
                <c:pt idx="48">
                  <c:v>Pt 49</c:v>
                </c:pt>
                <c:pt idx="49">
                  <c:v>Pt 50</c:v>
                </c:pt>
                <c:pt idx="50">
                  <c:v>Pt 51</c:v>
                </c:pt>
                <c:pt idx="51">
                  <c:v>Pt 52</c:v>
                </c:pt>
                <c:pt idx="52">
                  <c:v>Pt 53</c:v>
                </c:pt>
                <c:pt idx="53">
                  <c:v>Pt 54</c:v>
                </c:pt>
                <c:pt idx="54">
                  <c:v>Pt 55</c:v>
                </c:pt>
                <c:pt idx="55">
                  <c:v>Pt 56</c:v>
                </c:pt>
                <c:pt idx="56">
                  <c:v>Pt 57</c:v>
                </c:pt>
                <c:pt idx="57">
                  <c:v>Pt 58</c:v>
                </c:pt>
                <c:pt idx="58">
                  <c:v>Pt 59</c:v>
                </c:pt>
                <c:pt idx="59">
                  <c:v>Pt 60</c:v>
                </c:pt>
                <c:pt idx="60">
                  <c:v>Pt 61</c:v>
                </c:pt>
                <c:pt idx="61">
                  <c:v>Pt 62</c:v>
                </c:pt>
                <c:pt idx="62">
                  <c:v>Pt 63</c:v>
                </c:pt>
                <c:pt idx="63">
                  <c:v>Pt 64</c:v>
                </c:pt>
                <c:pt idx="64">
                  <c:v>Pt 65</c:v>
                </c:pt>
                <c:pt idx="65">
                  <c:v>Pt 66</c:v>
                </c:pt>
                <c:pt idx="66">
                  <c:v>Pt 67</c:v>
                </c:pt>
                <c:pt idx="67">
                  <c:v>Pt 68</c:v>
                </c:pt>
                <c:pt idx="68">
                  <c:v>Pt 69</c:v>
                </c:pt>
                <c:pt idx="69">
                  <c:v>Pt 70</c:v>
                </c:pt>
                <c:pt idx="70">
                  <c:v>Pt 71</c:v>
                </c:pt>
                <c:pt idx="71">
                  <c:v>Pt 72</c:v>
                </c:pt>
                <c:pt idx="72">
                  <c:v>Pt 73</c:v>
                </c:pt>
                <c:pt idx="73">
                  <c:v>Pt 74</c:v>
                </c:pt>
                <c:pt idx="74">
                  <c:v>Pt 75</c:v>
                </c:pt>
                <c:pt idx="75">
                  <c:v>Pt 76</c:v>
                </c:pt>
                <c:pt idx="76">
                  <c:v>Pt 77</c:v>
                </c:pt>
                <c:pt idx="77">
                  <c:v>Pt 78</c:v>
                </c:pt>
                <c:pt idx="78">
                  <c:v>Pt 79</c:v>
                </c:pt>
                <c:pt idx="79">
                  <c:v>Pt 80</c:v>
                </c:pt>
                <c:pt idx="80">
                  <c:v>Pt 81</c:v>
                </c:pt>
                <c:pt idx="81">
                  <c:v>Pt 82</c:v>
                </c:pt>
                <c:pt idx="82">
                  <c:v>Pt 83</c:v>
                </c:pt>
                <c:pt idx="83">
                  <c:v>Pt 84</c:v>
                </c:pt>
                <c:pt idx="84">
                  <c:v>Pt 85</c:v>
                </c:pt>
                <c:pt idx="85">
                  <c:v>Pt 86</c:v>
                </c:pt>
                <c:pt idx="86">
                  <c:v>Pt 87</c:v>
                </c:pt>
                <c:pt idx="87">
                  <c:v>Pt 88</c:v>
                </c:pt>
                <c:pt idx="88">
                  <c:v>Pt 89</c:v>
                </c:pt>
                <c:pt idx="89">
                  <c:v>Pt 90</c:v>
                </c:pt>
                <c:pt idx="90">
                  <c:v>Pt 91</c:v>
                </c:pt>
              </c:strCache>
            </c:strRef>
          </c:cat>
          <c:val>
            <c:numRef>
              <c:f>Sheet1!$D$3:$D$93</c:f>
              <c:numCache>
                <c:formatCode>General</c:formatCode>
                <c:ptCount val="91"/>
                <c:pt idx="15">
                  <c:v>1</c:v>
                </c:pt>
              </c:numCache>
            </c:numRef>
          </c:val>
          <c:smooth val="0"/>
          <c:extLst>
            <c:ext xmlns:c16="http://schemas.microsoft.com/office/drawing/2014/chart" uri="{C3380CC4-5D6E-409C-BE32-E72D297353CC}">
              <c16:uniqueId val="{00000002-FA29-4D65-B15D-1A0007FEBE1C}"/>
            </c:ext>
          </c:extLst>
        </c:ser>
        <c:dLbls>
          <c:showLegendKey val="0"/>
          <c:showVal val="0"/>
          <c:showCatName val="0"/>
          <c:showSerName val="0"/>
          <c:showPercent val="0"/>
          <c:showBubbleSize val="0"/>
        </c:dLbls>
        <c:smooth val="0"/>
        <c:axId val="2034797007"/>
        <c:axId val="2034775407"/>
      </c:lineChart>
      <c:catAx>
        <c:axId val="20347970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4775407"/>
        <c:crosses val="autoZero"/>
        <c:auto val="1"/>
        <c:lblAlgn val="ctr"/>
        <c:lblOffset val="100"/>
        <c:noMultiLvlLbl val="0"/>
      </c:catAx>
      <c:valAx>
        <c:axId val="20347754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479700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98B760-EBDF-4447-AA7E-B7306EC209CE}" type="doc">
      <dgm:prSet loTypeId="urn:microsoft.com/office/officeart/2005/8/layout/cycle8" loCatId="cycle" qsTypeId="urn:microsoft.com/office/officeart/2005/8/quickstyle/simple1" qsCatId="simple" csTypeId="urn:microsoft.com/office/officeart/2005/8/colors/colorful1" csCatId="colorful" phldr="1"/>
      <dgm:spPr/>
      <dgm:t>
        <a:bodyPr/>
        <a:lstStyle/>
        <a:p>
          <a:endParaRPr lang="en-SG"/>
        </a:p>
      </dgm:t>
    </dgm:pt>
    <dgm:pt modelId="{7BFEB97C-1D4C-4550-AF4D-85DD10533EE7}">
      <dgm:prSet phldrT="[Text]"/>
      <dgm:spPr/>
      <dgm:t>
        <a:bodyPr/>
        <a:lstStyle/>
        <a:p>
          <a:r>
            <a:rPr lang="en-US" dirty="0"/>
            <a:t>Plan</a:t>
          </a:r>
          <a:endParaRPr lang="en-SG" dirty="0"/>
        </a:p>
      </dgm:t>
    </dgm:pt>
    <dgm:pt modelId="{6543E80F-37BE-48B1-839D-63C0A59047AE}" type="parTrans" cxnId="{0374E6B6-80EE-4F1B-8A4A-80967F51E835}">
      <dgm:prSet/>
      <dgm:spPr/>
      <dgm:t>
        <a:bodyPr/>
        <a:lstStyle/>
        <a:p>
          <a:endParaRPr lang="en-SG"/>
        </a:p>
      </dgm:t>
    </dgm:pt>
    <dgm:pt modelId="{3F9EDD0C-D1A5-4E00-A475-6C785B5CA2C2}" type="sibTrans" cxnId="{0374E6B6-80EE-4F1B-8A4A-80967F51E835}">
      <dgm:prSet/>
      <dgm:spPr/>
      <dgm:t>
        <a:bodyPr/>
        <a:lstStyle/>
        <a:p>
          <a:endParaRPr lang="en-SG"/>
        </a:p>
      </dgm:t>
    </dgm:pt>
    <dgm:pt modelId="{F127A78E-76B3-4A25-A583-979E863FA52F}">
      <dgm:prSet phldrT="[Text]">
        <dgm:style>
          <a:lnRef idx="3">
            <a:schemeClr val="lt1"/>
          </a:lnRef>
          <a:fillRef idx="1">
            <a:schemeClr val="accent6"/>
          </a:fillRef>
          <a:effectRef idx="1">
            <a:schemeClr val="accent6"/>
          </a:effectRef>
          <a:fontRef idx="minor">
            <a:schemeClr val="lt1"/>
          </a:fontRef>
        </dgm:style>
      </dgm:prSet>
      <dgm:spPr/>
      <dgm:t>
        <a:bodyPr/>
        <a:lstStyle/>
        <a:p>
          <a:r>
            <a:rPr lang="en-US" dirty="0"/>
            <a:t>Do</a:t>
          </a:r>
          <a:endParaRPr lang="en-SG" dirty="0"/>
        </a:p>
      </dgm:t>
    </dgm:pt>
    <dgm:pt modelId="{A815930C-777B-41AF-99AC-7724E7375BA1}" type="parTrans" cxnId="{A4CBF4FA-E584-4CEC-8D07-7FC9EC2D4525}">
      <dgm:prSet/>
      <dgm:spPr/>
      <dgm:t>
        <a:bodyPr/>
        <a:lstStyle/>
        <a:p>
          <a:endParaRPr lang="en-SG"/>
        </a:p>
      </dgm:t>
    </dgm:pt>
    <dgm:pt modelId="{603B2D3B-8B22-4627-A366-583EEFD5C4FC}" type="sibTrans" cxnId="{A4CBF4FA-E584-4CEC-8D07-7FC9EC2D4525}">
      <dgm:prSet/>
      <dgm:spPr/>
      <dgm:t>
        <a:bodyPr/>
        <a:lstStyle/>
        <a:p>
          <a:endParaRPr lang="en-SG"/>
        </a:p>
      </dgm:t>
    </dgm:pt>
    <dgm:pt modelId="{0F23536A-98D8-464F-AE18-7DA5004E4336}">
      <dgm:prSet phldrT="[Text]"/>
      <dgm:spPr/>
      <dgm:t>
        <a:bodyPr/>
        <a:lstStyle/>
        <a:p>
          <a:r>
            <a:rPr lang="en-US" dirty="0"/>
            <a:t>Study</a:t>
          </a:r>
          <a:endParaRPr lang="en-SG" dirty="0"/>
        </a:p>
      </dgm:t>
    </dgm:pt>
    <dgm:pt modelId="{92767A8D-4CF4-42C7-A042-6C2220F34CA5}" type="parTrans" cxnId="{0D139859-7A04-42EA-8776-61AAFA39EF11}">
      <dgm:prSet/>
      <dgm:spPr/>
      <dgm:t>
        <a:bodyPr/>
        <a:lstStyle/>
        <a:p>
          <a:endParaRPr lang="en-SG"/>
        </a:p>
      </dgm:t>
    </dgm:pt>
    <dgm:pt modelId="{9470D977-2529-42FE-A545-060BA9A92514}" type="sibTrans" cxnId="{0D139859-7A04-42EA-8776-61AAFA39EF11}">
      <dgm:prSet/>
      <dgm:spPr/>
      <dgm:t>
        <a:bodyPr/>
        <a:lstStyle/>
        <a:p>
          <a:endParaRPr lang="en-SG"/>
        </a:p>
      </dgm:t>
    </dgm:pt>
    <dgm:pt modelId="{3A9540F0-B102-4502-AF58-76861AB0CD79}">
      <dgm:prSet phldrT="[Text]"/>
      <dgm:spPr/>
      <dgm:t>
        <a:bodyPr/>
        <a:lstStyle/>
        <a:p>
          <a:r>
            <a:rPr lang="en-US" dirty="0"/>
            <a:t>Act</a:t>
          </a:r>
          <a:endParaRPr lang="en-SG" dirty="0"/>
        </a:p>
      </dgm:t>
    </dgm:pt>
    <dgm:pt modelId="{8EF3475E-8F91-4A3C-99C1-13663F41C7FE}" type="parTrans" cxnId="{DE99BA45-335E-4392-A36A-5045CC8B9BC6}">
      <dgm:prSet/>
      <dgm:spPr/>
      <dgm:t>
        <a:bodyPr/>
        <a:lstStyle/>
        <a:p>
          <a:endParaRPr lang="en-SG"/>
        </a:p>
      </dgm:t>
    </dgm:pt>
    <dgm:pt modelId="{CE4DA9E6-0D98-4C10-BFBD-96275FF542BE}" type="sibTrans" cxnId="{DE99BA45-335E-4392-A36A-5045CC8B9BC6}">
      <dgm:prSet/>
      <dgm:spPr/>
      <dgm:t>
        <a:bodyPr/>
        <a:lstStyle/>
        <a:p>
          <a:endParaRPr lang="en-SG"/>
        </a:p>
      </dgm:t>
    </dgm:pt>
    <dgm:pt modelId="{1C17EAB9-6CA5-4A4D-B0F2-81B108825902}" type="pres">
      <dgm:prSet presAssocID="{1798B760-EBDF-4447-AA7E-B7306EC209CE}" presName="compositeShape" presStyleCnt="0">
        <dgm:presLayoutVars>
          <dgm:chMax val="7"/>
          <dgm:dir/>
          <dgm:resizeHandles val="exact"/>
        </dgm:presLayoutVars>
      </dgm:prSet>
      <dgm:spPr/>
    </dgm:pt>
    <dgm:pt modelId="{D0907D49-C74C-416E-BEF2-79A1DFAE6680}" type="pres">
      <dgm:prSet presAssocID="{1798B760-EBDF-4447-AA7E-B7306EC209CE}" presName="wedge1" presStyleLbl="node1" presStyleIdx="0" presStyleCnt="4"/>
      <dgm:spPr/>
    </dgm:pt>
    <dgm:pt modelId="{ECF2B1B7-C945-4B78-AADB-7C76F9D190E5}" type="pres">
      <dgm:prSet presAssocID="{1798B760-EBDF-4447-AA7E-B7306EC209CE}" presName="dummy1a" presStyleCnt="0"/>
      <dgm:spPr/>
    </dgm:pt>
    <dgm:pt modelId="{7578F24F-89A0-411C-8BD5-022341CF9E92}" type="pres">
      <dgm:prSet presAssocID="{1798B760-EBDF-4447-AA7E-B7306EC209CE}" presName="dummy1b" presStyleCnt="0"/>
      <dgm:spPr/>
    </dgm:pt>
    <dgm:pt modelId="{C24A4AB1-8B76-48F6-87A7-63E05D264904}" type="pres">
      <dgm:prSet presAssocID="{1798B760-EBDF-4447-AA7E-B7306EC209CE}" presName="wedge1Tx" presStyleLbl="node1" presStyleIdx="0" presStyleCnt="4">
        <dgm:presLayoutVars>
          <dgm:chMax val="0"/>
          <dgm:chPref val="0"/>
          <dgm:bulletEnabled val="1"/>
        </dgm:presLayoutVars>
      </dgm:prSet>
      <dgm:spPr/>
    </dgm:pt>
    <dgm:pt modelId="{ED5F66ED-E9BE-4364-BE44-81306308165F}" type="pres">
      <dgm:prSet presAssocID="{1798B760-EBDF-4447-AA7E-B7306EC209CE}" presName="wedge2" presStyleLbl="node1" presStyleIdx="1" presStyleCnt="4"/>
      <dgm:spPr/>
    </dgm:pt>
    <dgm:pt modelId="{468C91EC-73E9-43A8-B504-C27AE728BD40}" type="pres">
      <dgm:prSet presAssocID="{1798B760-EBDF-4447-AA7E-B7306EC209CE}" presName="dummy2a" presStyleCnt="0"/>
      <dgm:spPr/>
    </dgm:pt>
    <dgm:pt modelId="{35353F49-E972-49B3-BE5F-4D7CFBABA3F2}" type="pres">
      <dgm:prSet presAssocID="{1798B760-EBDF-4447-AA7E-B7306EC209CE}" presName="dummy2b" presStyleCnt="0"/>
      <dgm:spPr/>
    </dgm:pt>
    <dgm:pt modelId="{086F8049-043F-4A37-B2E6-7B07515EB683}" type="pres">
      <dgm:prSet presAssocID="{1798B760-EBDF-4447-AA7E-B7306EC209CE}" presName="wedge2Tx" presStyleLbl="node1" presStyleIdx="1" presStyleCnt="4">
        <dgm:presLayoutVars>
          <dgm:chMax val="0"/>
          <dgm:chPref val="0"/>
          <dgm:bulletEnabled val="1"/>
        </dgm:presLayoutVars>
      </dgm:prSet>
      <dgm:spPr/>
    </dgm:pt>
    <dgm:pt modelId="{A1D70B5C-6BC5-4B9A-ACF5-F200E06AA651}" type="pres">
      <dgm:prSet presAssocID="{1798B760-EBDF-4447-AA7E-B7306EC209CE}" presName="wedge3" presStyleLbl="node1" presStyleIdx="2" presStyleCnt="4"/>
      <dgm:spPr/>
    </dgm:pt>
    <dgm:pt modelId="{3BC3533F-1A86-4C6E-97E0-FDAAAC6255B9}" type="pres">
      <dgm:prSet presAssocID="{1798B760-EBDF-4447-AA7E-B7306EC209CE}" presName="dummy3a" presStyleCnt="0"/>
      <dgm:spPr/>
    </dgm:pt>
    <dgm:pt modelId="{B6FD0AE2-ED1C-45C8-AE86-13B4668DB85D}" type="pres">
      <dgm:prSet presAssocID="{1798B760-EBDF-4447-AA7E-B7306EC209CE}" presName="dummy3b" presStyleCnt="0"/>
      <dgm:spPr/>
    </dgm:pt>
    <dgm:pt modelId="{778FB7EF-35E1-403D-A328-3A9A1D57DA5E}" type="pres">
      <dgm:prSet presAssocID="{1798B760-EBDF-4447-AA7E-B7306EC209CE}" presName="wedge3Tx" presStyleLbl="node1" presStyleIdx="2" presStyleCnt="4">
        <dgm:presLayoutVars>
          <dgm:chMax val="0"/>
          <dgm:chPref val="0"/>
          <dgm:bulletEnabled val="1"/>
        </dgm:presLayoutVars>
      </dgm:prSet>
      <dgm:spPr/>
    </dgm:pt>
    <dgm:pt modelId="{2AC13B72-EEB3-4C64-996B-708142894E37}" type="pres">
      <dgm:prSet presAssocID="{1798B760-EBDF-4447-AA7E-B7306EC209CE}" presName="wedge4" presStyleLbl="node1" presStyleIdx="3" presStyleCnt="4"/>
      <dgm:spPr/>
    </dgm:pt>
    <dgm:pt modelId="{9F651E3B-6F4C-40E8-BFF7-0D8BAA7B45A6}" type="pres">
      <dgm:prSet presAssocID="{1798B760-EBDF-4447-AA7E-B7306EC209CE}" presName="dummy4a" presStyleCnt="0"/>
      <dgm:spPr/>
    </dgm:pt>
    <dgm:pt modelId="{9E711440-80FA-4BB7-B693-AB6B8D8D461D}" type="pres">
      <dgm:prSet presAssocID="{1798B760-EBDF-4447-AA7E-B7306EC209CE}" presName="dummy4b" presStyleCnt="0"/>
      <dgm:spPr/>
    </dgm:pt>
    <dgm:pt modelId="{B2093233-8DFB-4340-B864-5187FF5BF6EE}" type="pres">
      <dgm:prSet presAssocID="{1798B760-EBDF-4447-AA7E-B7306EC209CE}" presName="wedge4Tx" presStyleLbl="node1" presStyleIdx="3" presStyleCnt="4">
        <dgm:presLayoutVars>
          <dgm:chMax val="0"/>
          <dgm:chPref val="0"/>
          <dgm:bulletEnabled val="1"/>
        </dgm:presLayoutVars>
      </dgm:prSet>
      <dgm:spPr/>
    </dgm:pt>
    <dgm:pt modelId="{DCA7F92B-98B6-4ED7-A2BA-9B05C5F594C6}" type="pres">
      <dgm:prSet presAssocID="{3F9EDD0C-D1A5-4E00-A475-6C785B5CA2C2}" presName="arrowWedge1" presStyleLbl="fgSibTrans2D1" presStyleIdx="0" presStyleCnt="4"/>
      <dgm:spPr>
        <a:solidFill>
          <a:schemeClr val="tx1"/>
        </a:solidFill>
      </dgm:spPr>
    </dgm:pt>
    <dgm:pt modelId="{7A2F1328-5391-4DD6-8227-F960360A49BE}" type="pres">
      <dgm:prSet presAssocID="{603B2D3B-8B22-4627-A366-583EEFD5C4FC}" presName="arrowWedge2" presStyleLbl="fgSibTrans2D1" presStyleIdx="1" presStyleCnt="4"/>
      <dgm:spPr>
        <a:solidFill>
          <a:schemeClr val="tx1"/>
        </a:solidFill>
      </dgm:spPr>
    </dgm:pt>
    <dgm:pt modelId="{99F6DCAA-AA4D-4A8C-9FFD-C7206970F4D5}" type="pres">
      <dgm:prSet presAssocID="{9470D977-2529-42FE-A545-060BA9A92514}" presName="arrowWedge3" presStyleLbl="fgSibTrans2D1" presStyleIdx="2" presStyleCnt="4"/>
      <dgm:spPr>
        <a:solidFill>
          <a:schemeClr val="tx1"/>
        </a:solidFill>
      </dgm:spPr>
    </dgm:pt>
    <dgm:pt modelId="{37A88720-A002-4E74-A4D3-AD478565E789}" type="pres">
      <dgm:prSet presAssocID="{CE4DA9E6-0D98-4C10-BFBD-96275FF542BE}" presName="arrowWedge4" presStyleLbl="fgSibTrans2D1" presStyleIdx="3" presStyleCnt="4"/>
      <dgm:spPr>
        <a:solidFill>
          <a:schemeClr val="tx1"/>
        </a:solidFill>
      </dgm:spPr>
    </dgm:pt>
  </dgm:ptLst>
  <dgm:cxnLst>
    <dgm:cxn modelId="{FE64DA09-A4FC-4DBD-997F-10D2745AE5A3}" type="presOf" srcId="{F127A78E-76B3-4A25-A583-979E863FA52F}" destId="{ED5F66ED-E9BE-4364-BE44-81306308165F}" srcOrd="0" destOrd="0" presId="urn:microsoft.com/office/officeart/2005/8/layout/cycle8"/>
    <dgm:cxn modelId="{9E89260B-EEF1-434E-B475-54E4F47C5FE0}" type="presOf" srcId="{3A9540F0-B102-4502-AF58-76861AB0CD79}" destId="{B2093233-8DFB-4340-B864-5187FF5BF6EE}" srcOrd="1" destOrd="0" presId="urn:microsoft.com/office/officeart/2005/8/layout/cycle8"/>
    <dgm:cxn modelId="{E743142F-1D9F-4389-86A2-AEA58C702959}" type="presOf" srcId="{7BFEB97C-1D4C-4550-AF4D-85DD10533EE7}" destId="{C24A4AB1-8B76-48F6-87A7-63E05D264904}" srcOrd="1" destOrd="0" presId="urn:microsoft.com/office/officeart/2005/8/layout/cycle8"/>
    <dgm:cxn modelId="{DE99BA45-335E-4392-A36A-5045CC8B9BC6}" srcId="{1798B760-EBDF-4447-AA7E-B7306EC209CE}" destId="{3A9540F0-B102-4502-AF58-76861AB0CD79}" srcOrd="3" destOrd="0" parTransId="{8EF3475E-8F91-4A3C-99C1-13663F41C7FE}" sibTransId="{CE4DA9E6-0D98-4C10-BFBD-96275FF542BE}"/>
    <dgm:cxn modelId="{FC69E652-2360-4D9C-8051-40BF2BBE04F1}" type="presOf" srcId="{F127A78E-76B3-4A25-A583-979E863FA52F}" destId="{086F8049-043F-4A37-B2E6-7B07515EB683}" srcOrd="1" destOrd="0" presId="urn:microsoft.com/office/officeart/2005/8/layout/cycle8"/>
    <dgm:cxn modelId="{0D139859-7A04-42EA-8776-61AAFA39EF11}" srcId="{1798B760-EBDF-4447-AA7E-B7306EC209CE}" destId="{0F23536A-98D8-464F-AE18-7DA5004E4336}" srcOrd="2" destOrd="0" parTransId="{92767A8D-4CF4-42C7-A042-6C2220F34CA5}" sibTransId="{9470D977-2529-42FE-A545-060BA9A92514}"/>
    <dgm:cxn modelId="{24B17D82-36BE-44AC-A7FE-CD8F27C1CB2A}" type="presOf" srcId="{3A9540F0-B102-4502-AF58-76861AB0CD79}" destId="{2AC13B72-EEB3-4C64-996B-708142894E37}" srcOrd="0" destOrd="0" presId="urn:microsoft.com/office/officeart/2005/8/layout/cycle8"/>
    <dgm:cxn modelId="{E5B64E99-A62A-4C86-ABF1-7CC5628DC376}" type="presOf" srcId="{0F23536A-98D8-464F-AE18-7DA5004E4336}" destId="{778FB7EF-35E1-403D-A328-3A9A1D57DA5E}" srcOrd="1" destOrd="0" presId="urn:microsoft.com/office/officeart/2005/8/layout/cycle8"/>
    <dgm:cxn modelId="{1CF3CDB5-601E-4ABF-9736-590BF747706C}" type="presOf" srcId="{7BFEB97C-1D4C-4550-AF4D-85DD10533EE7}" destId="{D0907D49-C74C-416E-BEF2-79A1DFAE6680}" srcOrd="0" destOrd="0" presId="urn:microsoft.com/office/officeart/2005/8/layout/cycle8"/>
    <dgm:cxn modelId="{0374E6B6-80EE-4F1B-8A4A-80967F51E835}" srcId="{1798B760-EBDF-4447-AA7E-B7306EC209CE}" destId="{7BFEB97C-1D4C-4550-AF4D-85DD10533EE7}" srcOrd="0" destOrd="0" parTransId="{6543E80F-37BE-48B1-839D-63C0A59047AE}" sibTransId="{3F9EDD0C-D1A5-4E00-A475-6C785B5CA2C2}"/>
    <dgm:cxn modelId="{60ECD9CF-C899-46BE-BC47-2D66AC562345}" type="presOf" srcId="{1798B760-EBDF-4447-AA7E-B7306EC209CE}" destId="{1C17EAB9-6CA5-4A4D-B0F2-81B108825902}" srcOrd="0" destOrd="0" presId="urn:microsoft.com/office/officeart/2005/8/layout/cycle8"/>
    <dgm:cxn modelId="{60FB5DF5-26B9-4919-888A-21DE2C968759}" type="presOf" srcId="{0F23536A-98D8-464F-AE18-7DA5004E4336}" destId="{A1D70B5C-6BC5-4B9A-ACF5-F200E06AA651}" srcOrd="0" destOrd="0" presId="urn:microsoft.com/office/officeart/2005/8/layout/cycle8"/>
    <dgm:cxn modelId="{A4CBF4FA-E584-4CEC-8D07-7FC9EC2D4525}" srcId="{1798B760-EBDF-4447-AA7E-B7306EC209CE}" destId="{F127A78E-76B3-4A25-A583-979E863FA52F}" srcOrd="1" destOrd="0" parTransId="{A815930C-777B-41AF-99AC-7724E7375BA1}" sibTransId="{603B2D3B-8B22-4627-A366-583EEFD5C4FC}"/>
    <dgm:cxn modelId="{512F8251-1B1E-4F6F-B2CC-7733245268FC}" type="presParOf" srcId="{1C17EAB9-6CA5-4A4D-B0F2-81B108825902}" destId="{D0907D49-C74C-416E-BEF2-79A1DFAE6680}" srcOrd="0" destOrd="0" presId="urn:microsoft.com/office/officeart/2005/8/layout/cycle8"/>
    <dgm:cxn modelId="{D2EDB30D-E949-4906-B5CB-10ED6195467B}" type="presParOf" srcId="{1C17EAB9-6CA5-4A4D-B0F2-81B108825902}" destId="{ECF2B1B7-C945-4B78-AADB-7C76F9D190E5}" srcOrd="1" destOrd="0" presId="urn:microsoft.com/office/officeart/2005/8/layout/cycle8"/>
    <dgm:cxn modelId="{2557F196-86F8-4F78-A323-D8A268C2EF2C}" type="presParOf" srcId="{1C17EAB9-6CA5-4A4D-B0F2-81B108825902}" destId="{7578F24F-89A0-411C-8BD5-022341CF9E92}" srcOrd="2" destOrd="0" presId="urn:microsoft.com/office/officeart/2005/8/layout/cycle8"/>
    <dgm:cxn modelId="{34C98E18-9EA5-484F-BE22-3880990D84ED}" type="presParOf" srcId="{1C17EAB9-6CA5-4A4D-B0F2-81B108825902}" destId="{C24A4AB1-8B76-48F6-87A7-63E05D264904}" srcOrd="3" destOrd="0" presId="urn:microsoft.com/office/officeart/2005/8/layout/cycle8"/>
    <dgm:cxn modelId="{5A7E66FB-9730-469C-8B72-F6D324894F81}" type="presParOf" srcId="{1C17EAB9-6CA5-4A4D-B0F2-81B108825902}" destId="{ED5F66ED-E9BE-4364-BE44-81306308165F}" srcOrd="4" destOrd="0" presId="urn:microsoft.com/office/officeart/2005/8/layout/cycle8"/>
    <dgm:cxn modelId="{D8279965-5296-4333-AE20-CBA66B801E66}" type="presParOf" srcId="{1C17EAB9-6CA5-4A4D-B0F2-81B108825902}" destId="{468C91EC-73E9-43A8-B504-C27AE728BD40}" srcOrd="5" destOrd="0" presId="urn:microsoft.com/office/officeart/2005/8/layout/cycle8"/>
    <dgm:cxn modelId="{98C376FB-E9AA-4980-A16D-65DE0D24BEA5}" type="presParOf" srcId="{1C17EAB9-6CA5-4A4D-B0F2-81B108825902}" destId="{35353F49-E972-49B3-BE5F-4D7CFBABA3F2}" srcOrd="6" destOrd="0" presId="urn:microsoft.com/office/officeart/2005/8/layout/cycle8"/>
    <dgm:cxn modelId="{A9B6FFF9-7B2A-44E5-92BD-F4B25281DD21}" type="presParOf" srcId="{1C17EAB9-6CA5-4A4D-B0F2-81B108825902}" destId="{086F8049-043F-4A37-B2E6-7B07515EB683}" srcOrd="7" destOrd="0" presId="urn:microsoft.com/office/officeart/2005/8/layout/cycle8"/>
    <dgm:cxn modelId="{916A1A18-715B-422E-8BB9-AA19F2A9BE76}" type="presParOf" srcId="{1C17EAB9-6CA5-4A4D-B0F2-81B108825902}" destId="{A1D70B5C-6BC5-4B9A-ACF5-F200E06AA651}" srcOrd="8" destOrd="0" presId="urn:microsoft.com/office/officeart/2005/8/layout/cycle8"/>
    <dgm:cxn modelId="{68C8577A-4642-49CA-8C20-1EC4FF70C992}" type="presParOf" srcId="{1C17EAB9-6CA5-4A4D-B0F2-81B108825902}" destId="{3BC3533F-1A86-4C6E-97E0-FDAAAC6255B9}" srcOrd="9" destOrd="0" presId="urn:microsoft.com/office/officeart/2005/8/layout/cycle8"/>
    <dgm:cxn modelId="{813AFEE6-9766-44ED-A43D-01D9134894CA}" type="presParOf" srcId="{1C17EAB9-6CA5-4A4D-B0F2-81B108825902}" destId="{B6FD0AE2-ED1C-45C8-AE86-13B4668DB85D}" srcOrd="10" destOrd="0" presId="urn:microsoft.com/office/officeart/2005/8/layout/cycle8"/>
    <dgm:cxn modelId="{CB2A907E-5A6C-4B9B-89F1-66213CC4674D}" type="presParOf" srcId="{1C17EAB9-6CA5-4A4D-B0F2-81B108825902}" destId="{778FB7EF-35E1-403D-A328-3A9A1D57DA5E}" srcOrd="11" destOrd="0" presId="urn:microsoft.com/office/officeart/2005/8/layout/cycle8"/>
    <dgm:cxn modelId="{A21F7427-CB87-4EF3-8A65-6577B1177488}" type="presParOf" srcId="{1C17EAB9-6CA5-4A4D-B0F2-81B108825902}" destId="{2AC13B72-EEB3-4C64-996B-708142894E37}" srcOrd="12" destOrd="0" presId="urn:microsoft.com/office/officeart/2005/8/layout/cycle8"/>
    <dgm:cxn modelId="{8A57E3CF-2840-4757-8E87-50D3F045CE58}" type="presParOf" srcId="{1C17EAB9-6CA5-4A4D-B0F2-81B108825902}" destId="{9F651E3B-6F4C-40E8-BFF7-0D8BAA7B45A6}" srcOrd="13" destOrd="0" presId="urn:microsoft.com/office/officeart/2005/8/layout/cycle8"/>
    <dgm:cxn modelId="{F8B4CF69-102C-4747-A4DE-ABC2442F3827}" type="presParOf" srcId="{1C17EAB9-6CA5-4A4D-B0F2-81B108825902}" destId="{9E711440-80FA-4BB7-B693-AB6B8D8D461D}" srcOrd="14" destOrd="0" presId="urn:microsoft.com/office/officeart/2005/8/layout/cycle8"/>
    <dgm:cxn modelId="{711E3364-3B49-4ACD-AA3C-2A228F2EC4C3}" type="presParOf" srcId="{1C17EAB9-6CA5-4A4D-B0F2-81B108825902}" destId="{B2093233-8DFB-4340-B864-5187FF5BF6EE}" srcOrd="15" destOrd="0" presId="urn:microsoft.com/office/officeart/2005/8/layout/cycle8"/>
    <dgm:cxn modelId="{FA3D2130-ED1E-4D52-978D-073F0B86D507}" type="presParOf" srcId="{1C17EAB9-6CA5-4A4D-B0F2-81B108825902}" destId="{DCA7F92B-98B6-4ED7-A2BA-9B05C5F594C6}" srcOrd="16" destOrd="0" presId="urn:microsoft.com/office/officeart/2005/8/layout/cycle8"/>
    <dgm:cxn modelId="{03F86070-8BF6-4442-9FF6-407376B0C2FE}" type="presParOf" srcId="{1C17EAB9-6CA5-4A4D-B0F2-81B108825902}" destId="{7A2F1328-5391-4DD6-8227-F960360A49BE}" srcOrd="17" destOrd="0" presId="urn:microsoft.com/office/officeart/2005/8/layout/cycle8"/>
    <dgm:cxn modelId="{2AA02E23-AC46-4579-A815-0078E5104E79}" type="presParOf" srcId="{1C17EAB9-6CA5-4A4D-B0F2-81B108825902}" destId="{99F6DCAA-AA4D-4A8C-9FFD-C7206970F4D5}" srcOrd="18" destOrd="0" presId="urn:microsoft.com/office/officeart/2005/8/layout/cycle8"/>
    <dgm:cxn modelId="{4CA9E104-EC87-4D2D-85A5-B9F96413C3EB}" type="presParOf" srcId="{1C17EAB9-6CA5-4A4D-B0F2-81B108825902}" destId="{37A88720-A002-4E74-A4D3-AD478565E789}" srcOrd="19"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798B760-EBDF-4447-AA7E-B7306EC209CE}" type="doc">
      <dgm:prSet loTypeId="urn:microsoft.com/office/officeart/2005/8/layout/cycle8" loCatId="cycle" qsTypeId="urn:microsoft.com/office/officeart/2005/8/quickstyle/simple1" qsCatId="simple" csTypeId="urn:microsoft.com/office/officeart/2005/8/colors/colorful1" csCatId="colorful" phldr="1"/>
      <dgm:spPr/>
      <dgm:t>
        <a:bodyPr/>
        <a:lstStyle/>
        <a:p>
          <a:endParaRPr lang="en-SG"/>
        </a:p>
      </dgm:t>
    </dgm:pt>
    <dgm:pt modelId="{7BFEB97C-1D4C-4550-AF4D-85DD10533EE7}">
      <dgm:prSet phldrT="[Text]"/>
      <dgm:spPr/>
      <dgm:t>
        <a:bodyPr/>
        <a:lstStyle/>
        <a:p>
          <a:r>
            <a:rPr lang="en-US" dirty="0"/>
            <a:t>Plan</a:t>
          </a:r>
          <a:endParaRPr lang="en-SG" dirty="0"/>
        </a:p>
      </dgm:t>
    </dgm:pt>
    <dgm:pt modelId="{6543E80F-37BE-48B1-839D-63C0A59047AE}" type="parTrans" cxnId="{0374E6B6-80EE-4F1B-8A4A-80967F51E835}">
      <dgm:prSet/>
      <dgm:spPr/>
      <dgm:t>
        <a:bodyPr/>
        <a:lstStyle/>
        <a:p>
          <a:endParaRPr lang="en-SG"/>
        </a:p>
      </dgm:t>
    </dgm:pt>
    <dgm:pt modelId="{3F9EDD0C-D1A5-4E00-A475-6C785B5CA2C2}" type="sibTrans" cxnId="{0374E6B6-80EE-4F1B-8A4A-80967F51E835}">
      <dgm:prSet/>
      <dgm:spPr/>
      <dgm:t>
        <a:bodyPr/>
        <a:lstStyle/>
        <a:p>
          <a:endParaRPr lang="en-SG"/>
        </a:p>
      </dgm:t>
    </dgm:pt>
    <dgm:pt modelId="{F127A78E-76B3-4A25-A583-979E863FA52F}">
      <dgm:prSet phldrT="[Text]">
        <dgm:style>
          <a:lnRef idx="3">
            <a:schemeClr val="lt1"/>
          </a:lnRef>
          <a:fillRef idx="1">
            <a:schemeClr val="accent6"/>
          </a:fillRef>
          <a:effectRef idx="1">
            <a:schemeClr val="accent6"/>
          </a:effectRef>
          <a:fontRef idx="minor">
            <a:schemeClr val="lt1"/>
          </a:fontRef>
        </dgm:style>
      </dgm:prSet>
      <dgm:spPr/>
      <dgm:t>
        <a:bodyPr/>
        <a:lstStyle/>
        <a:p>
          <a:r>
            <a:rPr lang="en-US" dirty="0"/>
            <a:t>Do</a:t>
          </a:r>
          <a:endParaRPr lang="en-SG" dirty="0"/>
        </a:p>
      </dgm:t>
    </dgm:pt>
    <dgm:pt modelId="{A815930C-777B-41AF-99AC-7724E7375BA1}" type="parTrans" cxnId="{A4CBF4FA-E584-4CEC-8D07-7FC9EC2D4525}">
      <dgm:prSet/>
      <dgm:spPr/>
      <dgm:t>
        <a:bodyPr/>
        <a:lstStyle/>
        <a:p>
          <a:endParaRPr lang="en-SG"/>
        </a:p>
      </dgm:t>
    </dgm:pt>
    <dgm:pt modelId="{603B2D3B-8B22-4627-A366-583EEFD5C4FC}" type="sibTrans" cxnId="{A4CBF4FA-E584-4CEC-8D07-7FC9EC2D4525}">
      <dgm:prSet/>
      <dgm:spPr/>
      <dgm:t>
        <a:bodyPr/>
        <a:lstStyle/>
        <a:p>
          <a:endParaRPr lang="en-SG"/>
        </a:p>
      </dgm:t>
    </dgm:pt>
    <dgm:pt modelId="{0F23536A-98D8-464F-AE18-7DA5004E4336}">
      <dgm:prSet phldrT="[Text]"/>
      <dgm:spPr/>
      <dgm:t>
        <a:bodyPr/>
        <a:lstStyle/>
        <a:p>
          <a:r>
            <a:rPr lang="en-US" dirty="0"/>
            <a:t>Study</a:t>
          </a:r>
          <a:endParaRPr lang="en-SG" dirty="0"/>
        </a:p>
      </dgm:t>
    </dgm:pt>
    <dgm:pt modelId="{92767A8D-4CF4-42C7-A042-6C2220F34CA5}" type="parTrans" cxnId="{0D139859-7A04-42EA-8776-61AAFA39EF11}">
      <dgm:prSet/>
      <dgm:spPr/>
      <dgm:t>
        <a:bodyPr/>
        <a:lstStyle/>
        <a:p>
          <a:endParaRPr lang="en-SG"/>
        </a:p>
      </dgm:t>
    </dgm:pt>
    <dgm:pt modelId="{9470D977-2529-42FE-A545-060BA9A92514}" type="sibTrans" cxnId="{0D139859-7A04-42EA-8776-61AAFA39EF11}">
      <dgm:prSet/>
      <dgm:spPr/>
      <dgm:t>
        <a:bodyPr/>
        <a:lstStyle/>
        <a:p>
          <a:endParaRPr lang="en-SG"/>
        </a:p>
      </dgm:t>
    </dgm:pt>
    <dgm:pt modelId="{3A9540F0-B102-4502-AF58-76861AB0CD79}">
      <dgm:prSet phldrT="[Text]"/>
      <dgm:spPr/>
      <dgm:t>
        <a:bodyPr/>
        <a:lstStyle/>
        <a:p>
          <a:r>
            <a:rPr lang="en-US" dirty="0"/>
            <a:t>Act</a:t>
          </a:r>
          <a:endParaRPr lang="en-SG" dirty="0"/>
        </a:p>
      </dgm:t>
    </dgm:pt>
    <dgm:pt modelId="{8EF3475E-8F91-4A3C-99C1-13663F41C7FE}" type="parTrans" cxnId="{DE99BA45-335E-4392-A36A-5045CC8B9BC6}">
      <dgm:prSet/>
      <dgm:spPr/>
      <dgm:t>
        <a:bodyPr/>
        <a:lstStyle/>
        <a:p>
          <a:endParaRPr lang="en-SG"/>
        </a:p>
      </dgm:t>
    </dgm:pt>
    <dgm:pt modelId="{CE4DA9E6-0D98-4C10-BFBD-96275FF542BE}" type="sibTrans" cxnId="{DE99BA45-335E-4392-A36A-5045CC8B9BC6}">
      <dgm:prSet/>
      <dgm:spPr/>
      <dgm:t>
        <a:bodyPr/>
        <a:lstStyle/>
        <a:p>
          <a:endParaRPr lang="en-SG"/>
        </a:p>
      </dgm:t>
    </dgm:pt>
    <dgm:pt modelId="{1C17EAB9-6CA5-4A4D-B0F2-81B108825902}" type="pres">
      <dgm:prSet presAssocID="{1798B760-EBDF-4447-AA7E-B7306EC209CE}" presName="compositeShape" presStyleCnt="0">
        <dgm:presLayoutVars>
          <dgm:chMax val="7"/>
          <dgm:dir/>
          <dgm:resizeHandles val="exact"/>
        </dgm:presLayoutVars>
      </dgm:prSet>
      <dgm:spPr/>
    </dgm:pt>
    <dgm:pt modelId="{D0907D49-C74C-416E-BEF2-79A1DFAE6680}" type="pres">
      <dgm:prSet presAssocID="{1798B760-EBDF-4447-AA7E-B7306EC209CE}" presName="wedge1" presStyleLbl="node1" presStyleIdx="0" presStyleCnt="4"/>
      <dgm:spPr/>
    </dgm:pt>
    <dgm:pt modelId="{ECF2B1B7-C945-4B78-AADB-7C76F9D190E5}" type="pres">
      <dgm:prSet presAssocID="{1798B760-EBDF-4447-AA7E-B7306EC209CE}" presName="dummy1a" presStyleCnt="0"/>
      <dgm:spPr/>
    </dgm:pt>
    <dgm:pt modelId="{7578F24F-89A0-411C-8BD5-022341CF9E92}" type="pres">
      <dgm:prSet presAssocID="{1798B760-EBDF-4447-AA7E-B7306EC209CE}" presName="dummy1b" presStyleCnt="0"/>
      <dgm:spPr/>
    </dgm:pt>
    <dgm:pt modelId="{C24A4AB1-8B76-48F6-87A7-63E05D264904}" type="pres">
      <dgm:prSet presAssocID="{1798B760-EBDF-4447-AA7E-B7306EC209CE}" presName="wedge1Tx" presStyleLbl="node1" presStyleIdx="0" presStyleCnt="4">
        <dgm:presLayoutVars>
          <dgm:chMax val="0"/>
          <dgm:chPref val="0"/>
          <dgm:bulletEnabled val="1"/>
        </dgm:presLayoutVars>
      </dgm:prSet>
      <dgm:spPr/>
    </dgm:pt>
    <dgm:pt modelId="{ED5F66ED-E9BE-4364-BE44-81306308165F}" type="pres">
      <dgm:prSet presAssocID="{1798B760-EBDF-4447-AA7E-B7306EC209CE}" presName="wedge2" presStyleLbl="node1" presStyleIdx="1" presStyleCnt="4"/>
      <dgm:spPr/>
    </dgm:pt>
    <dgm:pt modelId="{468C91EC-73E9-43A8-B504-C27AE728BD40}" type="pres">
      <dgm:prSet presAssocID="{1798B760-EBDF-4447-AA7E-B7306EC209CE}" presName="dummy2a" presStyleCnt="0"/>
      <dgm:spPr/>
    </dgm:pt>
    <dgm:pt modelId="{35353F49-E972-49B3-BE5F-4D7CFBABA3F2}" type="pres">
      <dgm:prSet presAssocID="{1798B760-EBDF-4447-AA7E-B7306EC209CE}" presName="dummy2b" presStyleCnt="0"/>
      <dgm:spPr/>
    </dgm:pt>
    <dgm:pt modelId="{086F8049-043F-4A37-B2E6-7B07515EB683}" type="pres">
      <dgm:prSet presAssocID="{1798B760-EBDF-4447-AA7E-B7306EC209CE}" presName="wedge2Tx" presStyleLbl="node1" presStyleIdx="1" presStyleCnt="4">
        <dgm:presLayoutVars>
          <dgm:chMax val="0"/>
          <dgm:chPref val="0"/>
          <dgm:bulletEnabled val="1"/>
        </dgm:presLayoutVars>
      </dgm:prSet>
      <dgm:spPr/>
    </dgm:pt>
    <dgm:pt modelId="{A1D70B5C-6BC5-4B9A-ACF5-F200E06AA651}" type="pres">
      <dgm:prSet presAssocID="{1798B760-EBDF-4447-AA7E-B7306EC209CE}" presName="wedge3" presStyleLbl="node1" presStyleIdx="2" presStyleCnt="4"/>
      <dgm:spPr/>
    </dgm:pt>
    <dgm:pt modelId="{3BC3533F-1A86-4C6E-97E0-FDAAAC6255B9}" type="pres">
      <dgm:prSet presAssocID="{1798B760-EBDF-4447-AA7E-B7306EC209CE}" presName="dummy3a" presStyleCnt="0"/>
      <dgm:spPr/>
    </dgm:pt>
    <dgm:pt modelId="{B6FD0AE2-ED1C-45C8-AE86-13B4668DB85D}" type="pres">
      <dgm:prSet presAssocID="{1798B760-EBDF-4447-AA7E-B7306EC209CE}" presName="dummy3b" presStyleCnt="0"/>
      <dgm:spPr/>
    </dgm:pt>
    <dgm:pt modelId="{778FB7EF-35E1-403D-A328-3A9A1D57DA5E}" type="pres">
      <dgm:prSet presAssocID="{1798B760-EBDF-4447-AA7E-B7306EC209CE}" presName="wedge3Tx" presStyleLbl="node1" presStyleIdx="2" presStyleCnt="4">
        <dgm:presLayoutVars>
          <dgm:chMax val="0"/>
          <dgm:chPref val="0"/>
          <dgm:bulletEnabled val="1"/>
        </dgm:presLayoutVars>
      </dgm:prSet>
      <dgm:spPr/>
    </dgm:pt>
    <dgm:pt modelId="{2AC13B72-EEB3-4C64-996B-708142894E37}" type="pres">
      <dgm:prSet presAssocID="{1798B760-EBDF-4447-AA7E-B7306EC209CE}" presName="wedge4" presStyleLbl="node1" presStyleIdx="3" presStyleCnt="4"/>
      <dgm:spPr/>
    </dgm:pt>
    <dgm:pt modelId="{9F651E3B-6F4C-40E8-BFF7-0D8BAA7B45A6}" type="pres">
      <dgm:prSet presAssocID="{1798B760-EBDF-4447-AA7E-B7306EC209CE}" presName="dummy4a" presStyleCnt="0"/>
      <dgm:spPr/>
    </dgm:pt>
    <dgm:pt modelId="{9E711440-80FA-4BB7-B693-AB6B8D8D461D}" type="pres">
      <dgm:prSet presAssocID="{1798B760-EBDF-4447-AA7E-B7306EC209CE}" presName="dummy4b" presStyleCnt="0"/>
      <dgm:spPr/>
    </dgm:pt>
    <dgm:pt modelId="{B2093233-8DFB-4340-B864-5187FF5BF6EE}" type="pres">
      <dgm:prSet presAssocID="{1798B760-EBDF-4447-AA7E-B7306EC209CE}" presName="wedge4Tx" presStyleLbl="node1" presStyleIdx="3" presStyleCnt="4">
        <dgm:presLayoutVars>
          <dgm:chMax val="0"/>
          <dgm:chPref val="0"/>
          <dgm:bulletEnabled val="1"/>
        </dgm:presLayoutVars>
      </dgm:prSet>
      <dgm:spPr/>
    </dgm:pt>
    <dgm:pt modelId="{DCA7F92B-98B6-4ED7-A2BA-9B05C5F594C6}" type="pres">
      <dgm:prSet presAssocID="{3F9EDD0C-D1A5-4E00-A475-6C785B5CA2C2}" presName="arrowWedge1" presStyleLbl="fgSibTrans2D1" presStyleIdx="0" presStyleCnt="4"/>
      <dgm:spPr>
        <a:solidFill>
          <a:schemeClr val="tx1"/>
        </a:solidFill>
      </dgm:spPr>
    </dgm:pt>
    <dgm:pt modelId="{7A2F1328-5391-4DD6-8227-F960360A49BE}" type="pres">
      <dgm:prSet presAssocID="{603B2D3B-8B22-4627-A366-583EEFD5C4FC}" presName="arrowWedge2" presStyleLbl="fgSibTrans2D1" presStyleIdx="1" presStyleCnt="4"/>
      <dgm:spPr>
        <a:solidFill>
          <a:schemeClr val="tx1"/>
        </a:solidFill>
      </dgm:spPr>
    </dgm:pt>
    <dgm:pt modelId="{99F6DCAA-AA4D-4A8C-9FFD-C7206970F4D5}" type="pres">
      <dgm:prSet presAssocID="{9470D977-2529-42FE-A545-060BA9A92514}" presName="arrowWedge3" presStyleLbl="fgSibTrans2D1" presStyleIdx="2" presStyleCnt="4"/>
      <dgm:spPr>
        <a:solidFill>
          <a:schemeClr val="tx1"/>
        </a:solidFill>
      </dgm:spPr>
    </dgm:pt>
    <dgm:pt modelId="{37A88720-A002-4E74-A4D3-AD478565E789}" type="pres">
      <dgm:prSet presAssocID="{CE4DA9E6-0D98-4C10-BFBD-96275FF542BE}" presName="arrowWedge4" presStyleLbl="fgSibTrans2D1" presStyleIdx="3" presStyleCnt="4"/>
      <dgm:spPr>
        <a:solidFill>
          <a:schemeClr val="tx1"/>
        </a:solidFill>
      </dgm:spPr>
    </dgm:pt>
  </dgm:ptLst>
  <dgm:cxnLst>
    <dgm:cxn modelId="{FE64DA09-A4FC-4DBD-997F-10D2745AE5A3}" type="presOf" srcId="{F127A78E-76B3-4A25-A583-979E863FA52F}" destId="{ED5F66ED-E9BE-4364-BE44-81306308165F}" srcOrd="0" destOrd="0" presId="urn:microsoft.com/office/officeart/2005/8/layout/cycle8"/>
    <dgm:cxn modelId="{9E89260B-EEF1-434E-B475-54E4F47C5FE0}" type="presOf" srcId="{3A9540F0-B102-4502-AF58-76861AB0CD79}" destId="{B2093233-8DFB-4340-B864-5187FF5BF6EE}" srcOrd="1" destOrd="0" presId="urn:microsoft.com/office/officeart/2005/8/layout/cycle8"/>
    <dgm:cxn modelId="{E743142F-1D9F-4389-86A2-AEA58C702959}" type="presOf" srcId="{7BFEB97C-1D4C-4550-AF4D-85DD10533EE7}" destId="{C24A4AB1-8B76-48F6-87A7-63E05D264904}" srcOrd="1" destOrd="0" presId="urn:microsoft.com/office/officeart/2005/8/layout/cycle8"/>
    <dgm:cxn modelId="{DE99BA45-335E-4392-A36A-5045CC8B9BC6}" srcId="{1798B760-EBDF-4447-AA7E-B7306EC209CE}" destId="{3A9540F0-B102-4502-AF58-76861AB0CD79}" srcOrd="3" destOrd="0" parTransId="{8EF3475E-8F91-4A3C-99C1-13663F41C7FE}" sibTransId="{CE4DA9E6-0D98-4C10-BFBD-96275FF542BE}"/>
    <dgm:cxn modelId="{FC69E652-2360-4D9C-8051-40BF2BBE04F1}" type="presOf" srcId="{F127A78E-76B3-4A25-A583-979E863FA52F}" destId="{086F8049-043F-4A37-B2E6-7B07515EB683}" srcOrd="1" destOrd="0" presId="urn:microsoft.com/office/officeart/2005/8/layout/cycle8"/>
    <dgm:cxn modelId="{0D139859-7A04-42EA-8776-61AAFA39EF11}" srcId="{1798B760-EBDF-4447-AA7E-B7306EC209CE}" destId="{0F23536A-98D8-464F-AE18-7DA5004E4336}" srcOrd="2" destOrd="0" parTransId="{92767A8D-4CF4-42C7-A042-6C2220F34CA5}" sibTransId="{9470D977-2529-42FE-A545-060BA9A92514}"/>
    <dgm:cxn modelId="{24B17D82-36BE-44AC-A7FE-CD8F27C1CB2A}" type="presOf" srcId="{3A9540F0-B102-4502-AF58-76861AB0CD79}" destId="{2AC13B72-EEB3-4C64-996B-708142894E37}" srcOrd="0" destOrd="0" presId="urn:microsoft.com/office/officeart/2005/8/layout/cycle8"/>
    <dgm:cxn modelId="{E5B64E99-A62A-4C86-ABF1-7CC5628DC376}" type="presOf" srcId="{0F23536A-98D8-464F-AE18-7DA5004E4336}" destId="{778FB7EF-35E1-403D-A328-3A9A1D57DA5E}" srcOrd="1" destOrd="0" presId="urn:microsoft.com/office/officeart/2005/8/layout/cycle8"/>
    <dgm:cxn modelId="{1CF3CDB5-601E-4ABF-9736-590BF747706C}" type="presOf" srcId="{7BFEB97C-1D4C-4550-AF4D-85DD10533EE7}" destId="{D0907D49-C74C-416E-BEF2-79A1DFAE6680}" srcOrd="0" destOrd="0" presId="urn:microsoft.com/office/officeart/2005/8/layout/cycle8"/>
    <dgm:cxn modelId="{0374E6B6-80EE-4F1B-8A4A-80967F51E835}" srcId="{1798B760-EBDF-4447-AA7E-B7306EC209CE}" destId="{7BFEB97C-1D4C-4550-AF4D-85DD10533EE7}" srcOrd="0" destOrd="0" parTransId="{6543E80F-37BE-48B1-839D-63C0A59047AE}" sibTransId="{3F9EDD0C-D1A5-4E00-A475-6C785B5CA2C2}"/>
    <dgm:cxn modelId="{60ECD9CF-C899-46BE-BC47-2D66AC562345}" type="presOf" srcId="{1798B760-EBDF-4447-AA7E-B7306EC209CE}" destId="{1C17EAB9-6CA5-4A4D-B0F2-81B108825902}" srcOrd="0" destOrd="0" presId="urn:microsoft.com/office/officeart/2005/8/layout/cycle8"/>
    <dgm:cxn modelId="{60FB5DF5-26B9-4919-888A-21DE2C968759}" type="presOf" srcId="{0F23536A-98D8-464F-AE18-7DA5004E4336}" destId="{A1D70B5C-6BC5-4B9A-ACF5-F200E06AA651}" srcOrd="0" destOrd="0" presId="urn:microsoft.com/office/officeart/2005/8/layout/cycle8"/>
    <dgm:cxn modelId="{A4CBF4FA-E584-4CEC-8D07-7FC9EC2D4525}" srcId="{1798B760-EBDF-4447-AA7E-B7306EC209CE}" destId="{F127A78E-76B3-4A25-A583-979E863FA52F}" srcOrd="1" destOrd="0" parTransId="{A815930C-777B-41AF-99AC-7724E7375BA1}" sibTransId="{603B2D3B-8B22-4627-A366-583EEFD5C4FC}"/>
    <dgm:cxn modelId="{512F8251-1B1E-4F6F-B2CC-7733245268FC}" type="presParOf" srcId="{1C17EAB9-6CA5-4A4D-B0F2-81B108825902}" destId="{D0907D49-C74C-416E-BEF2-79A1DFAE6680}" srcOrd="0" destOrd="0" presId="urn:microsoft.com/office/officeart/2005/8/layout/cycle8"/>
    <dgm:cxn modelId="{D2EDB30D-E949-4906-B5CB-10ED6195467B}" type="presParOf" srcId="{1C17EAB9-6CA5-4A4D-B0F2-81B108825902}" destId="{ECF2B1B7-C945-4B78-AADB-7C76F9D190E5}" srcOrd="1" destOrd="0" presId="urn:microsoft.com/office/officeart/2005/8/layout/cycle8"/>
    <dgm:cxn modelId="{2557F196-86F8-4F78-A323-D8A268C2EF2C}" type="presParOf" srcId="{1C17EAB9-6CA5-4A4D-B0F2-81B108825902}" destId="{7578F24F-89A0-411C-8BD5-022341CF9E92}" srcOrd="2" destOrd="0" presId="urn:microsoft.com/office/officeart/2005/8/layout/cycle8"/>
    <dgm:cxn modelId="{34C98E18-9EA5-484F-BE22-3880990D84ED}" type="presParOf" srcId="{1C17EAB9-6CA5-4A4D-B0F2-81B108825902}" destId="{C24A4AB1-8B76-48F6-87A7-63E05D264904}" srcOrd="3" destOrd="0" presId="urn:microsoft.com/office/officeart/2005/8/layout/cycle8"/>
    <dgm:cxn modelId="{5A7E66FB-9730-469C-8B72-F6D324894F81}" type="presParOf" srcId="{1C17EAB9-6CA5-4A4D-B0F2-81B108825902}" destId="{ED5F66ED-E9BE-4364-BE44-81306308165F}" srcOrd="4" destOrd="0" presId="urn:microsoft.com/office/officeart/2005/8/layout/cycle8"/>
    <dgm:cxn modelId="{D8279965-5296-4333-AE20-CBA66B801E66}" type="presParOf" srcId="{1C17EAB9-6CA5-4A4D-B0F2-81B108825902}" destId="{468C91EC-73E9-43A8-B504-C27AE728BD40}" srcOrd="5" destOrd="0" presId="urn:microsoft.com/office/officeart/2005/8/layout/cycle8"/>
    <dgm:cxn modelId="{98C376FB-E9AA-4980-A16D-65DE0D24BEA5}" type="presParOf" srcId="{1C17EAB9-6CA5-4A4D-B0F2-81B108825902}" destId="{35353F49-E972-49B3-BE5F-4D7CFBABA3F2}" srcOrd="6" destOrd="0" presId="urn:microsoft.com/office/officeart/2005/8/layout/cycle8"/>
    <dgm:cxn modelId="{A9B6FFF9-7B2A-44E5-92BD-F4B25281DD21}" type="presParOf" srcId="{1C17EAB9-6CA5-4A4D-B0F2-81B108825902}" destId="{086F8049-043F-4A37-B2E6-7B07515EB683}" srcOrd="7" destOrd="0" presId="urn:microsoft.com/office/officeart/2005/8/layout/cycle8"/>
    <dgm:cxn modelId="{916A1A18-715B-422E-8BB9-AA19F2A9BE76}" type="presParOf" srcId="{1C17EAB9-6CA5-4A4D-B0F2-81B108825902}" destId="{A1D70B5C-6BC5-4B9A-ACF5-F200E06AA651}" srcOrd="8" destOrd="0" presId="urn:microsoft.com/office/officeart/2005/8/layout/cycle8"/>
    <dgm:cxn modelId="{68C8577A-4642-49CA-8C20-1EC4FF70C992}" type="presParOf" srcId="{1C17EAB9-6CA5-4A4D-B0F2-81B108825902}" destId="{3BC3533F-1A86-4C6E-97E0-FDAAAC6255B9}" srcOrd="9" destOrd="0" presId="urn:microsoft.com/office/officeart/2005/8/layout/cycle8"/>
    <dgm:cxn modelId="{813AFEE6-9766-44ED-A43D-01D9134894CA}" type="presParOf" srcId="{1C17EAB9-6CA5-4A4D-B0F2-81B108825902}" destId="{B6FD0AE2-ED1C-45C8-AE86-13B4668DB85D}" srcOrd="10" destOrd="0" presId="urn:microsoft.com/office/officeart/2005/8/layout/cycle8"/>
    <dgm:cxn modelId="{CB2A907E-5A6C-4B9B-89F1-66213CC4674D}" type="presParOf" srcId="{1C17EAB9-6CA5-4A4D-B0F2-81B108825902}" destId="{778FB7EF-35E1-403D-A328-3A9A1D57DA5E}" srcOrd="11" destOrd="0" presId="urn:microsoft.com/office/officeart/2005/8/layout/cycle8"/>
    <dgm:cxn modelId="{A21F7427-CB87-4EF3-8A65-6577B1177488}" type="presParOf" srcId="{1C17EAB9-6CA5-4A4D-B0F2-81B108825902}" destId="{2AC13B72-EEB3-4C64-996B-708142894E37}" srcOrd="12" destOrd="0" presId="urn:microsoft.com/office/officeart/2005/8/layout/cycle8"/>
    <dgm:cxn modelId="{8A57E3CF-2840-4757-8E87-50D3F045CE58}" type="presParOf" srcId="{1C17EAB9-6CA5-4A4D-B0F2-81B108825902}" destId="{9F651E3B-6F4C-40E8-BFF7-0D8BAA7B45A6}" srcOrd="13" destOrd="0" presId="urn:microsoft.com/office/officeart/2005/8/layout/cycle8"/>
    <dgm:cxn modelId="{F8B4CF69-102C-4747-A4DE-ABC2442F3827}" type="presParOf" srcId="{1C17EAB9-6CA5-4A4D-B0F2-81B108825902}" destId="{9E711440-80FA-4BB7-B693-AB6B8D8D461D}" srcOrd="14" destOrd="0" presId="urn:microsoft.com/office/officeart/2005/8/layout/cycle8"/>
    <dgm:cxn modelId="{711E3364-3B49-4ACD-AA3C-2A228F2EC4C3}" type="presParOf" srcId="{1C17EAB9-6CA5-4A4D-B0F2-81B108825902}" destId="{B2093233-8DFB-4340-B864-5187FF5BF6EE}" srcOrd="15" destOrd="0" presId="urn:microsoft.com/office/officeart/2005/8/layout/cycle8"/>
    <dgm:cxn modelId="{FA3D2130-ED1E-4D52-978D-073F0B86D507}" type="presParOf" srcId="{1C17EAB9-6CA5-4A4D-B0F2-81B108825902}" destId="{DCA7F92B-98B6-4ED7-A2BA-9B05C5F594C6}" srcOrd="16" destOrd="0" presId="urn:microsoft.com/office/officeart/2005/8/layout/cycle8"/>
    <dgm:cxn modelId="{03F86070-8BF6-4442-9FF6-407376B0C2FE}" type="presParOf" srcId="{1C17EAB9-6CA5-4A4D-B0F2-81B108825902}" destId="{7A2F1328-5391-4DD6-8227-F960360A49BE}" srcOrd="17" destOrd="0" presId="urn:microsoft.com/office/officeart/2005/8/layout/cycle8"/>
    <dgm:cxn modelId="{2AA02E23-AC46-4579-A815-0078E5104E79}" type="presParOf" srcId="{1C17EAB9-6CA5-4A4D-B0F2-81B108825902}" destId="{99F6DCAA-AA4D-4A8C-9FFD-C7206970F4D5}" srcOrd="18" destOrd="0" presId="urn:microsoft.com/office/officeart/2005/8/layout/cycle8"/>
    <dgm:cxn modelId="{4CA9E104-EC87-4D2D-85A5-B9F96413C3EB}" type="presParOf" srcId="{1C17EAB9-6CA5-4A4D-B0F2-81B108825902}" destId="{37A88720-A002-4E74-A4D3-AD478565E789}" srcOrd="19"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798B760-EBDF-4447-AA7E-B7306EC209CE}" type="doc">
      <dgm:prSet loTypeId="urn:microsoft.com/office/officeart/2005/8/layout/cycle8" loCatId="cycle" qsTypeId="urn:microsoft.com/office/officeart/2005/8/quickstyle/simple1" qsCatId="simple" csTypeId="urn:microsoft.com/office/officeart/2005/8/colors/colorful1" csCatId="colorful" phldr="1"/>
      <dgm:spPr/>
      <dgm:t>
        <a:bodyPr/>
        <a:lstStyle/>
        <a:p>
          <a:endParaRPr lang="en-SG"/>
        </a:p>
      </dgm:t>
    </dgm:pt>
    <dgm:pt modelId="{7BFEB97C-1D4C-4550-AF4D-85DD10533EE7}">
      <dgm:prSet phldrT="[Text]"/>
      <dgm:spPr/>
      <dgm:t>
        <a:bodyPr/>
        <a:lstStyle/>
        <a:p>
          <a:r>
            <a:rPr lang="en-US" dirty="0"/>
            <a:t>Plan</a:t>
          </a:r>
          <a:endParaRPr lang="en-SG" dirty="0"/>
        </a:p>
      </dgm:t>
    </dgm:pt>
    <dgm:pt modelId="{6543E80F-37BE-48B1-839D-63C0A59047AE}" type="parTrans" cxnId="{0374E6B6-80EE-4F1B-8A4A-80967F51E835}">
      <dgm:prSet/>
      <dgm:spPr/>
      <dgm:t>
        <a:bodyPr/>
        <a:lstStyle/>
        <a:p>
          <a:endParaRPr lang="en-SG"/>
        </a:p>
      </dgm:t>
    </dgm:pt>
    <dgm:pt modelId="{3F9EDD0C-D1A5-4E00-A475-6C785B5CA2C2}" type="sibTrans" cxnId="{0374E6B6-80EE-4F1B-8A4A-80967F51E835}">
      <dgm:prSet/>
      <dgm:spPr/>
      <dgm:t>
        <a:bodyPr/>
        <a:lstStyle/>
        <a:p>
          <a:endParaRPr lang="en-SG"/>
        </a:p>
      </dgm:t>
    </dgm:pt>
    <dgm:pt modelId="{F127A78E-76B3-4A25-A583-979E863FA52F}">
      <dgm:prSet phldrT="[Text]">
        <dgm:style>
          <a:lnRef idx="3">
            <a:schemeClr val="lt1"/>
          </a:lnRef>
          <a:fillRef idx="1">
            <a:schemeClr val="accent6"/>
          </a:fillRef>
          <a:effectRef idx="1">
            <a:schemeClr val="accent6"/>
          </a:effectRef>
          <a:fontRef idx="minor">
            <a:schemeClr val="lt1"/>
          </a:fontRef>
        </dgm:style>
      </dgm:prSet>
      <dgm:spPr/>
      <dgm:t>
        <a:bodyPr/>
        <a:lstStyle/>
        <a:p>
          <a:r>
            <a:rPr lang="en-US" dirty="0"/>
            <a:t>Do</a:t>
          </a:r>
          <a:endParaRPr lang="en-SG" dirty="0"/>
        </a:p>
      </dgm:t>
    </dgm:pt>
    <dgm:pt modelId="{A815930C-777B-41AF-99AC-7724E7375BA1}" type="parTrans" cxnId="{A4CBF4FA-E584-4CEC-8D07-7FC9EC2D4525}">
      <dgm:prSet/>
      <dgm:spPr/>
      <dgm:t>
        <a:bodyPr/>
        <a:lstStyle/>
        <a:p>
          <a:endParaRPr lang="en-SG"/>
        </a:p>
      </dgm:t>
    </dgm:pt>
    <dgm:pt modelId="{603B2D3B-8B22-4627-A366-583EEFD5C4FC}" type="sibTrans" cxnId="{A4CBF4FA-E584-4CEC-8D07-7FC9EC2D4525}">
      <dgm:prSet/>
      <dgm:spPr/>
      <dgm:t>
        <a:bodyPr/>
        <a:lstStyle/>
        <a:p>
          <a:endParaRPr lang="en-SG"/>
        </a:p>
      </dgm:t>
    </dgm:pt>
    <dgm:pt modelId="{0F23536A-98D8-464F-AE18-7DA5004E4336}">
      <dgm:prSet phldrT="[Text]"/>
      <dgm:spPr/>
      <dgm:t>
        <a:bodyPr/>
        <a:lstStyle/>
        <a:p>
          <a:r>
            <a:rPr lang="en-US" dirty="0"/>
            <a:t>Study</a:t>
          </a:r>
          <a:endParaRPr lang="en-SG" dirty="0"/>
        </a:p>
      </dgm:t>
    </dgm:pt>
    <dgm:pt modelId="{92767A8D-4CF4-42C7-A042-6C2220F34CA5}" type="parTrans" cxnId="{0D139859-7A04-42EA-8776-61AAFA39EF11}">
      <dgm:prSet/>
      <dgm:spPr/>
      <dgm:t>
        <a:bodyPr/>
        <a:lstStyle/>
        <a:p>
          <a:endParaRPr lang="en-SG"/>
        </a:p>
      </dgm:t>
    </dgm:pt>
    <dgm:pt modelId="{9470D977-2529-42FE-A545-060BA9A92514}" type="sibTrans" cxnId="{0D139859-7A04-42EA-8776-61AAFA39EF11}">
      <dgm:prSet/>
      <dgm:spPr/>
      <dgm:t>
        <a:bodyPr/>
        <a:lstStyle/>
        <a:p>
          <a:endParaRPr lang="en-SG"/>
        </a:p>
      </dgm:t>
    </dgm:pt>
    <dgm:pt modelId="{3A9540F0-B102-4502-AF58-76861AB0CD79}">
      <dgm:prSet phldrT="[Text]"/>
      <dgm:spPr/>
      <dgm:t>
        <a:bodyPr/>
        <a:lstStyle/>
        <a:p>
          <a:r>
            <a:rPr lang="en-US" dirty="0"/>
            <a:t>Act</a:t>
          </a:r>
          <a:endParaRPr lang="en-SG" dirty="0"/>
        </a:p>
      </dgm:t>
    </dgm:pt>
    <dgm:pt modelId="{8EF3475E-8F91-4A3C-99C1-13663F41C7FE}" type="parTrans" cxnId="{DE99BA45-335E-4392-A36A-5045CC8B9BC6}">
      <dgm:prSet/>
      <dgm:spPr/>
      <dgm:t>
        <a:bodyPr/>
        <a:lstStyle/>
        <a:p>
          <a:endParaRPr lang="en-SG"/>
        </a:p>
      </dgm:t>
    </dgm:pt>
    <dgm:pt modelId="{CE4DA9E6-0D98-4C10-BFBD-96275FF542BE}" type="sibTrans" cxnId="{DE99BA45-335E-4392-A36A-5045CC8B9BC6}">
      <dgm:prSet/>
      <dgm:spPr/>
      <dgm:t>
        <a:bodyPr/>
        <a:lstStyle/>
        <a:p>
          <a:endParaRPr lang="en-SG"/>
        </a:p>
      </dgm:t>
    </dgm:pt>
    <dgm:pt modelId="{1C17EAB9-6CA5-4A4D-B0F2-81B108825902}" type="pres">
      <dgm:prSet presAssocID="{1798B760-EBDF-4447-AA7E-B7306EC209CE}" presName="compositeShape" presStyleCnt="0">
        <dgm:presLayoutVars>
          <dgm:chMax val="7"/>
          <dgm:dir/>
          <dgm:resizeHandles val="exact"/>
        </dgm:presLayoutVars>
      </dgm:prSet>
      <dgm:spPr/>
    </dgm:pt>
    <dgm:pt modelId="{D0907D49-C74C-416E-BEF2-79A1DFAE6680}" type="pres">
      <dgm:prSet presAssocID="{1798B760-EBDF-4447-AA7E-B7306EC209CE}" presName="wedge1" presStyleLbl="node1" presStyleIdx="0" presStyleCnt="4"/>
      <dgm:spPr/>
    </dgm:pt>
    <dgm:pt modelId="{ECF2B1B7-C945-4B78-AADB-7C76F9D190E5}" type="pres">
      <dgm:prSet presAssocID="{1798B760-EBDF-4447-AA7E-B7306EC209CE}" presName="dummy1a" presStyleCnt="0"/>
      <dgm:spPr/>
    </dgm:pt>
    <dgm:pt modelId="{7578F24F-89A0-411C-8BD5-022341CF9E92}" type="pres">
      <dgm:prSet presAssocID="{1798B760-EBDF-4447-AA7E-B7306EC209CE}" presName="dummy1b" presStyleCnt="0"/>
      <dgm:spPr/>
    </dgm:pt>
    <dgm:pt modelId="{C24A4AB1-8B76-48F6-87A7-63E05D264904}" type="pres">
      <dgm:prSet presAssocID="{1798B760-EBDF-4447-AA7E-B7306EC209CE}" presName="wedge1Tx" presStyleLbl="node1" presStyleIdx="0" presStyleCnt="4">
        <dgm:presLayoutVars>
          <dgm:chMax val="0"/>
          <dgm:chPref val="0"/>
          <dgm:bulletEnabled val="1"/>
        </dgm:presLayoutVars>
      </dgm:prSet>
      <dgm:spPr/>
    </dgm:pt>
    <dgm:pt modelId="{ED5F66ED-E9BE-4364-BE44-81306308165F}" type="pres">
      <dgm:prSet presAssocID="{1798B760-EBDF-4447-AA7E-B7306EC209CE}" presName="wedge2" presStyleLbl="node1" presStyleIdx="1" presStyleCnt="4"/>
      <dgm:spPr/>
    </dgm:pt>
    <dgm:pt modelId="{468C91EC-73E9-43A8-B504-C27AE728BD40}" type="pres">
      <dgm:prSet presAssocID="{1798B760-EBDF-4447-AA7E-B7306EC209CE}" presName="dummy2a" presStyleCnt="0"/>
      <dgm:spPr/>
    </dgm:pt>
    <dgm:pt modelId="{35353F49-E972-49B3-BE5F-4D7CFBABA3F2}" type="pres">
      <dgm:prSet presAssocID="{1798B760-EBDF-4447-AA7E-B7306EC209CE}" presName="dummy2b" presStyleCnt="0"/>
      <dgm:spPr/>
    </dgm:pt>
    <dgm:pt modelId="{086F8049-043F-4A37-B2E6-7B07515EB683}" type="pres">
      <dgm:prSet presAssocID="{1798B760-EBDF-4447-AA7E-B7306EC209CE}" presName="wedge2Tx" presStyleLbl="node1" presStyleIdx="1" presStyleCnt="4">
        <dgm:presLayoutVars>
          <dgm:chMax val="0"/>
          <dgm:chPref val="0"/>
          <dgm:bulletEnabled val="1"/>
        </dgm:presLayoutVars>
      </dgm:prSet>
      <dgm:spPr/>
    </dgm:pt>
    <dgm:pt modelId="{A1D70B5C-6BC5-4B9A-ACF5-F200E06AA651}" type="pres">
      <dgm:prSet presAssocID="{1798B760-EBDF-4447-AA7E-B7306EC209CE}" presName="wedge3" presStyleLbl="node1" presStyleIdx="2" presStyleCnt="4"/>
      <dgm:spPr/>
    </dgm:pt>
    <dgm:pt modelId="{3BC3533F-1A86-4C6E-97E0-FDAAAC6255B9}" type="pres">
      <dgm:prSet presAssocID="{1798B760-EBDF-4447-AA7E-B7306EC209CE}" presName="dummy3a" presStyleCnt="0"/>
      <dgm:spPr/>
    </dgm:pt>
    <dgm:pt modelId="{B6FD0AE2-ED1C-45C8-AE86-13B4668DB85D}" type="pres">
      <dgm:prSet presAssocID="{1798B760-EBDF-4447-AA7E-B7306EC209CE}" presName="dummy3b" presStyleCnt="0"/>
      <dgm:spPr/>
    </dgm:pt>
    <dgm:pt modelId="{778FB7EF-35E1-403D-A328-3A9A1D57DA5E}" type="pres">
      <dgm:prSet presAssocID="{1798B760-EBDF-4447-AA7E-B7306EC209CE}" presName="wedge3Tx" presStyleLbl="node1" presStyleIdx="2" presStyleCnt="4">
        <dgm:presLayoutVars>
          <dgm:chMax val="0"/>
          <dgm:chPref val="0"/>
          <dgm:bulletEnabled val="1"/>
        </dgm:presLayoutVars>
      </dgm:prSet>
      <dgm:spPr/>
    </dgm:pt>
    <dgm:pt modelId="{2AC13B72-EEB3-4C64-996B-708142894E37}" type="pres">
      <dgm:prSet presAssocID="{1798B760-EBDF-4447-AA7E-B7306EC209CE}" presName="wedge4" presStyleLbl="node1" presStyleIdx="3" presStyleCnt="4"/>
      <dgm:spPr/>
    </dgm:pt>
    <dgm:pt modelId="{9F651E3B-6F4C-40E8-BFF7-0D8BAA7B45A6}" type="pres">
      <dgm:prSet presAssocID="{1798B760-EBDF-4447-AA7E-B7306EC209CE}" presName="dummy4a" presStyleCnt="0"/>
      <dgm:spPr/>
    </dgm:pt>
    <dgm:pt modelId="{9E711440-80FA-4BB7-B693-AB6B8D8D461D}" type="pres">
      <dgm:prSet presAssocID="{1798B760-EBDF-4447-AA7E-B7306EC209CE}" presName="dummy4b" presStyleCnt="0"/>
      <dgm:spPr/>
    </dgm:pt>
    <dgm:pt modelId="{B2093233-8DFB-4340-B864-5187FF5BF6EE}" type="pres">
      <dgm:prSet presAssocID="{1798B760-EBDF-4447-AA7E-B7306EC209CE}" presName="wedge4Tx" presStyleLbl="node1" presStyleIdx="3" presStyleCnt="4">
        <dgm:presLayoutVars>
          <dgm:chMax val="0"/>
          <dgm:chPref val="0"/>
          <dgm:bulletEnabled val="1"/>
        </dgm:presLayoutVars>
      </dgm:prSet>
      <dgm:spPr/>
    </dgm:pt>
    <dgm:pt modelId="{DCA7F92B-98B6-4ED7-A2BA-9B05C5F594C6}" type="pres">
      <dgm:prSet presAssocID="{3F9EDD0C-D1A5-4E00-A475-6C785B5CA2C2}" presName="arrowWedge1" presStyleLbl="fgSibTrans2D1" presStyleIdx="0" presStyleCnt="4"/>
      <dgm:spPr>
        <a:solidFill>
          <a:schemeClr val="tx1"/>
        </a:solidFill>
      </dgm:spPr>
    </dgm:pt>
    <dgm:pt modelId="{7A2F1328-5391-4DD6-8227-F960360A49BE}" type="pres">
      <dgm:prSet presAssocID="{603B2D3B-8B22-4627-A366-583EEFD5C4FC}" presName="arrowWedge2" presStyleLbl="fgSibTrans2D1" presStyleIdx="1" presStyleCnt="4"/>
      <dgm:spPr>
        <a:solidFill>
          <a:schemeClr val="tx1"/>
        </a:solidFill>
      </dgm:spPr>
    </dgm:pt>
    <dgm:pt modelId="{99F6DCAA-AA4D-4A8C-9FFD-C7206970F4D5}" type="pres">
      <dgm:prSet presAssocID="{9470D977-2529-42FE-A545-060BA9A92514}" presName="arrowWedge3" presStyleLbl="fgSibTrans2D1" presStyleIdx="2" presStyleCnt="4"/>
      <dgm:spPr>
        <a:solidFill>
          <a:schemeClr val="tx1"/>
        </a:solidFill>
      </dgm:spPr>
    </dgm:pt>
    <dgm:pt modelId="{37A88720-A002-4E74-A4D3-AD478565E789}" type="pres">
      <dgm:prSet presAssocID="{CE4DA9E6-0D98-4C10-BFBD-96275FF542BE}" presName="arrowWedge4" presStyleLbl="fgSibTrans2D1" presStyleIdx="3" presStyleCnt="4"/>
      <dgm:spPr>
        <a:solidFill>
          <a:schemeClr val="tx1"/>
        </a:solidFill>
      </dgm:spPr>
    </dgm:pt>
  </dgm:ptLst>
  <dgm:cxnLst>
    <dgm:cxn modelId="{FE64DA09-A4FC-4DBD-997F-10D2745AE5A3}" type="presOf" srcId="{F127A78E-76B3-4A25-A583-979E863FA52F}" destId="{ED5F66ED-E9BE-4364-BE44-81306308165F}" srcOrd="0" destOrd="0" presId="urn:microsoft.com/office/officeart/2005/8/layout/cycle8"/>
    <dgm:cxn modelId="{9E89260B-EEF1-434E-B475-54E4F47C5FE0}" type="presOf" srcId="{3A9540F0-B102-4502-AF58-76861AB0CD79}" destId="{B2093233-8DFB-4340-B864-5187FF5BF6EE}" srcOrd="1" destOrd="0" presId="urn:microsoft.com/office/officeart/2005/8/layout/cycle8"/>
    <dgm:cxn modelId="{E743142F-1D9F-4389-86A2-AEA58C702959}" type="presOf" srcId="{7BFEB97C-1D4C-4550-AF4D-85DD10533EE7}" destId="{C24A4AB1-8B76-48F6-87A7-63E05D264904}" srcOrd="1" destOrd="0" presId="urn:microsoft.com/office/officeart/2005/8/layout/cycle8"/>
    <dgm:cxn modelId="{DE99BA45-335E-4392-A36A-5045CC8B9BC6}" srcId="{1798B760-EBDF-4447-AA7E-B7306EC209CE}" destId="{3A9540F0-B102-4502-AF58-76861AB0CD79}" srcOrd="3" destOrd="0" parTransId="{8EF3475E-8F91-4A3C-99C1-13663F41C7FE}" sibTransId="{CE4DA9E6-0D98-4C10-BFBD-96275FF542BE}"/>
    <dgm:cxn modelId="{FC69E652-2360-4D9C-8051-40BF2BBE04F1}" type="presOf" srcId="{F127A78E-76B3-4A25-A583-979E863FA52F}" destId="{086F8049-043F-4A37-B2E6-7B07515EB683}" srcOrd="1" destOrd="0" presId="urn:microsoft.com/office/officeart/2005/8/layout/cycle8"/>
    <dgm:cxn modelId="{0D139859-7A04-42EA-8776-61AAFA39EF11}" srcId="{1798B760-EBDF-4447-AA7E-B7306EC209CE}" destId="{0F23536A-98D8-464F-AE18-7DA5004E4336}" srcOrd="2" destOrd="0" parTransId="{92767A8D-4CF4-42C7-A042-6C2220F34CA5}" sibTransId="{9470D977-2529-42FE-A545-060BA9A92514}"/>
    <dgm:cxn modelId="{24B17D82-36BE-44AC-A7FE-CD8F27C1CB2A}" type="presOf" srcId="{3A9540F0-B102-4502-AF58-76861AB0CD79}" destId="{2AC13B72-EEB3-4C64-996B-708142894E37}" srcOrd="0" destOrd="0" presId="urn:microsoft.com/office/officeart/2005/8/layout/cycle8"/>
    <dgm:cxn modelId="{E5B64E99-A62A-4C86-ABF1-7CC5628DC376}" type="presOf" srcId="{0F23536A-98D8-464F-AE18-7DA5004E4336}" destId="{778FB7EF-35E1-403D-A328-3A9A1D57DA5E}" srcOrd="1" destOrd="0" presId="urn:microsoft.com/office/officeart/2005/8/layout/cycle8"/>
    <dgm:cxn modelId="{1CF3CDB5-601E-4ABF-9736-590BF747706C}" type="presOf" srcId="{7BFEB97C-1D4C-4550-AF4D-85DD10533EE7}" destId="{D0907D49-C74C-416E-BEF2-79A1DFAE6680}" srcOrd="0" destOrd="0" presId="urn:microsoft.com/office/officeart/2005/8/layout/cycle8"/>
    <dgm:cxn modelId="{0374E6B6-80EE-4F1B-8A4A-80967F51E835}" srcId="{1798B760-EBDF-4447-AA7E-B7306EC209CE}" destId="{7BFEB97C-1D4C-4550-AF4D-85DD10533EE7}" srcOrd="0" destOrd="0" parTransId="{6543E80F-37BE-48B1-839D-63C0A59047AE}" sibTransId="{3F9EDD0C-D1A5-4E00-A475-6C785B5CA2C2}"/>
    <dgm:cxn modelId="{60ECD9CF-C899-46BE-BC47-2D66AC562345}" type="presOf" srcId="{1798B760-EBDF-4447-AA7E-B7306EC209CE}" destId="{1C17EAB9-6CA5-4A4D-B0F2-81B108825902}" srcOrd="0" destOrd="0" presId="urn:microsoft.com/office/officeart/2005/8/layout/cycle8"/>
    <dgm:cxn modelId="{60FB5DF5-26B9-4919-888A-21DE2C968759}" type="presOf" srcId="{0F23536A-98D8-464F-AE18-7DA5004E4336}" destId="{A1D70B5C-6BC5-4B9A-ACF5-F200E06AA651}" srcOrd="0" destOrd="0" presId="urn:microsoft.com/office/officeart/2005/8/layout/cycle8"/>
    <dgm:cxn modelId="{A4CBF4FA-E584-4CEC-8D07-7FC9EC2D4525}" srcId="{1798B760-EBDF-4447-AA7E-B7306EC209CE}" destId="{F127A78E-76B3-4A25-A583-979E863FA52F}" srcOrd="1" destOrd="0" parTransId="{A815930C-777B-41AF-99AC-7724E7375BA1}" sibTransId="{603B2D3B-8B22-4627-A366-583EEFD5C4FC}"/>
    <dgm:cxn modelId="{512F8251-1B1E-4F6F-B2CC-7733245268FC}" type="presParOf" srcId="{1C17EAB9-6CA5-4A4D-B0F2-81B108825902}" destId="{D0907D49-C74C-416E-BEF2-79A1DFAE6680}" srcOrd="0" destOrd="0" presId="urn:microsoft.com/office/officeart/2005/8/layout/cycle8"/>
    <dgm:cxn modelId="{D2EDB30D-E949-4906-B5CB-10ED6195467B}" type="presParOf" srcId="{1C17EAB9-6CA5-4A4D-B0F2-81B108825902}" destId="{ECF2B1B7-C945-4B78-AADB-7C76F9D190E5}" srcOrd="1" destOrd="0" presId="urn:microsoft.com/office/officeart/2005/8/layout/cycle8"/>
    <dgm:cxn modelId="{2557F196-86F8-4F78-A323-D8A268C2EF2C}" type="presParOf" srcId="{1C17EAB9-6CA5-4A4D-B0F2-81B108825902}" destId="{7578F24F-89A0-411C-8BD5-022341CF9E92}" srcOrd="2" destOrd="0" presId="urn:microsoft.com/office/officeart/2005/8/layout/cycle8"/>
    <dgm:cxn modelId="{34C98E18-9EA5-484F-BE22-3880990D84ED}" type="presParOf" srcId="{1C17EAB9-6CA5-4A4D-B0F2-81B108825902}" destId="{C24A4AB1-8B76-48F6-87A7-63E05D264904}" srcOrd="3" destOrd="0" presId="urn:microsoft.com/office/officeart/2005/8/layout/cycle8"/>
    <dgm:cxn modelId="{5A7E66FB-9730-469C-8B72-F6D324894F81}" type="presParOf" srcId="{1C17EAB9-6CA5-4A4D-B0F2-81B108825902}" destId="{ED5F66ED-E9BE-4364-BE44-81306308165F}" srcOrd="4" destOrd="0" presId="urn:microsoft.com/office/officeart/2005/8/layout/cycle8"/>
    <dgm:cxn modelId="{D8279965-5296-4333-AE20-CBA66B801E66}" type="presParOf" srcId="{1C17EAB9-6CA5-4A4D-B0F2-81B108825902}" destId="{468C91EC-73E9-43A8-B504-C27AE728BD40}" srcOrd="5" destOrd="0" presId="urn:microsoft.com/office/officeart/2005/8/layout/cycle8"/>
    <dgm:cxn modelId="{98C376FB-E9AA-4980-A16D-65DE0D24BEA5}" type="presParOf" srcId="{1C17EAB9-6CA5-4A4D-B0F2-81B108825902}" destId="{35353F49-E972-49B3-BE5F-4D7CFBABA3F2}" srcOrd="6" destOrd="0" presId="urn:microsoft.com/office/officeart/2005/8/layout/cycle8"/>
    <dgm:cxn modelId="{A9B6FFF9-7B2A-44E5-92BD-F4B25281DD21}" type="presParOf" srcId="{1C17EAB9-6CA5-4A4D-B0F2-81B108825902}" destId="{086F8049-043F-4A37-B2E6-7B07515EB683}" srcOrd="7" destOrd="0" presId="urn:microsoft.com/office/officeart/2005/8/layout/cycle8"/>
    <dgm:cxn modelId="{916A1A18-715B-422E-8BB9-AA19F2A9BE76}" type="presParOf" srcId="{1C17EAB9-6CA5-4A4D-B0F2-81B108825902}" destId="{A1D70B5C-6BC5-4B9A-ACF5-F200E06AA651}" srcOrd="8" destOrd="0" presId="urn:microsoft.com/office/officeart/2005/8/layout/cycle8"/>
    <dgm:cxn modelId="{68C8577A-4642-49CA-8C20-1EC4FF70C992}" type="presParOf" srcId="{1C17EAB9-6CA5-4A4D-B0F2-81B108825902}" destId="{3BC3533F-1A86-4C6E-97E0-FDAAAC6255B9}" srcOrd="9" destOrd="0" presId="urn:microsoft.com/office/officeart/2005/8/layout/cycle8"/>
    <dgm:cxn modelId="{813AFEE6-9766-44ED-A43D-01D9134894CA}" type="presParOf" srcId="{1C17EAB9-6CA5-4A4D-B0F2-81B108825902}" destId="{B6FD0AE2-ED1C-45C8-AE86-13B4668DB85D}" srcOrd="10" destOrd="0" presId="urn:microsoft.com/office/officeart/2005/8/layout/cycle8"/>
    <dgm:cxn modelId="{CB2A907E-5A6C-4B9B-89F1-66213CC4674D}" type="presParOf" srcId="{1C17EAB9-6CA5-4A4D-B0F2-81B108825902}" destId="{778FB7EF-35E1-403D-A328-3A9A1D57DA5E}" srcOrd="11" destOrd="0" presId="urn:microsoft.com/office/officeart/2005/8/layout/cycle8"/>
    <dgm:cxn modelId="{A21F7427-CB87-4EF3-8A65-6577B1177488}" type="presParOf" srcId="{1C17EAB9-6CA5-4A4D-B0F2-81B108825902}" destId="{2AC13B72-EEB3-4C64-996B-708142894E37}" srcOrd="12" destOrd="0" presId="urn:microsoft.com/office/officeart/2005/8/layout/cycle8"/>
    <dgm:cxn modelId="{8A57E3CF-2840-4757-8E87-50D3F045CE58}" type="presParOf" srcId="{1C17EAB9-6CA5-4A4D-B0F2-81B108825902}" destId="{9F651E3B-6F4C-40E8-BFF7-0D8BAA7B45A6}" srcOrd="13" destOrd="0" presId="urn:microsoft.com/office/officeart/2005/8/layout/cycle8"/>
    <dgm:cxn modelId="{F8B4CF69-102C-4747-A4DE-ABC2442F3827}" type="presParOf" srcId="{1C17EAB9-6CA5-4A4D-B0F2-81B108825902}" destId="{9E711440-80FA-4BB7-B693-AB6B8D8D461D}" srcOrd="14" destOrd="0" presId="urn:microsoft.com/office/officeart/2005/8/layout/cycle8"/>
    <dgm:cxn modelId="{711E3364-3B49-4ACD-AA3C-2A228F2EC4C3}" type="presParOf" srcId="{1C17EAB9-6CA5-4A4D-B0F2-81B108825902}" destId="{B2093233-8DFB-4340-B864-5187FF5BF6EE}" srcOrd="15" destOrd="0" presId="urn:microsoft.com/office/officeart/2005/8/layout/cycle8"/>
    <dgm:cxn modelId="{FA3D2130-ED1E-4D52-978D-073F0B86D507}" type="presParOf" srcId="{1C17EAB9-6CA5-4A4D-B0F2-81B108825902}" destId="{DCA7F92B-98B6-4ED7-A2BA-9B05C5F594C6}" srcOrd="16" destOrd="0" presId="urn:microsoft.com/office/officeart/2005/8/layout/cycle8"/>
    <dgm:cxn modelId="{03F86070-8BF6-4442-9FF6-407376B0C2FE}" type="presParOf" srcId="{1C17EAB9-6CA5-4A4D-B0F2-81B108825902}" destId="{7A2F1328-5391-4DD6-8227-F960360A49BE}" srcOrd="17" destOrd="0" presId="urn:microsoft.com/office/officeart/2005/8/layout/cycle8"/>
    <dgm:cxn modelId="{2AA02E23-AC46-4579-A815-0078E5104E79}" type="presParOf" srcId="{1C17EAB9-6CA5-4A4D-B0F2-81B108825902}" destId="{99F6DCAA-AA4D-4A8C-9FFD-C7206970F4D5}" srcOrd="18" destOrd="0" presId="urn:microsoft.com/office/officeart/2005/8/layout/cycle8"/>
    <dgm:cxn modelId="{4CA9E104-EC87-4D2D-85A5-B9F96413C3EB}" type="presParOf" srcId="{1C17EAB9-6CA5-4A4D-B0F2-81B108825902}" destId="{37A88720-A002-4E74-A4D3-AD478565E789}" srcOrd="19"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798B760-EBDF-4447-AA7E-B7306EC209CE}" type="doc">
      <dgm:prSet loTypeId="urn:microsoft.com/office/officeart/2005/8/layout/cycle8" loCatId="cycle" qsTypeId="urn:microsoft.com/office/officeart/2005/8/quickstyle/simple1" qsCatId="simple" csTypeId="urn:microsoft.com/office/officeart/2005/8/colors/colorful1" csCatId="colorful" phldr="1"/>
      <dgm:spPr/>
      <dgm:t>
        <a:bodyPr/>
        <a:lstStyle/>
        <a:p>
          <a:endParaRPr lang="en-SG"/>
        </a:p>
      </dgm:t>
    </dgm:pt>
    <dgm:pt modelId="{7BFEB97C-1D4C-4550-AF4D-85DD10533EE7}">
      <dgm:prSet phldrT="[Text]"/>
      <dgm:spPr/>
      <dgm:t>
        <a:bodyPr/>
        <a:lstStyle/>
        <a:p>
          <a:r>
            <a:rPr lang="en-US" dirty="0"/>
            <a:t>Plan</a:t>
          </a:r>
          <a:endParaRPr lang="en-SG" dirty="0"/>
        </a:p>
      </dgm:t>
    </dgm:pt>
    <dgm:pt modelId="{6543E80F-37BE-48B1-839D-63C0A59047AE}" type="parTrans" cxnId="{0374E6B6-80EE-4F1B-8A4A-80967F51E835}">
      <dgm:prSet/>
      <dgm:spPr/>
      <dgm:t>
        <a:bodyPr/>
        <a:lstStyle/>
        <a:p>
          <a:endParaRPr lang="en-SG"/>
        </a:p>
      </dgm:t>
    </dgm:pt>
    <dgm:pt modelId="{3F9EDD0C-D1A5-4E00-A475-6C785B5CA2C2}" type="sibTrans" cxnId="{0374E6B6-80EE-4F1B-8A4A-80967F51E835}">
      <dgm:prSet/>
      <dgm:spPr/>
      <dgm:t>
        <a:bodyPr/>
        <a:lstStyle/>
        <a:p>
          <a:endParaRPr lang="en-SG"/>
        </a:p>
      </dgm:t>
    </dgm:pt>
    <dgm:pt modelId="{F127A78E-76B3-4A25-A583-979E863FA52F}">
      <dgm:prSet phldrT="[Text]">
        <dgm:style>
          <a:lnRef idx="3">
            <a:schemeClr val="lt1"/>
          </a:lnRef>
          <a:fillRef idx="1">
            <a:schemeClr val="accent6"/>
          </a:fillRef>
          <a:effectRef idx="1">
            <a:schemeClr val="accent6"/>
          </a:effectRef>
          <a:fontRef idx="minor">
            <a:schemeClr val="lt1"/>
          </a:fontRef>
        </dgm:style>
      </dgm:prSet>
      <dgm:spPr/>
      <dgm:t>
        <a:bodyPr/>
        <a:lstStyle/>
        <a:p>
          <a:r>
            <a:rPr lang="en-US" dirty="0"/>
            <a:t>Do</a:t>
          </a:r>
          <a:endParaRPr lang="en-SG" dirty="0"/>
        </a:p>
      </dgm:t>
    </dgm:pt>
    <dgm:pt modelId="{A815930C-777B-41AF-99AC-7724E7375BA1}" type="parTrans" cxnId="{A4CBF4FA-E584-4CEC-8D07-7FC9EC2D4525}">
      <dgm:prSet/>
      <dgm:spPr/>
      <dgm:t>
        <a:bodyPr/>
        <a:lstStyle/>
        <a:p>
          <a:endParaRPr lang="en-SG"/>
        </a:p>
      </dgm:t>
    </dgm:pt>
    <dgm:pt modelId="{603B2D3B-8B22-4627-A366-583EEFD5C4FC}" type="sibTrans" cxnId="{A4CBF4FA-E584-4CEC-8D07-7FC9EC2D4525}">
      <dgm:prSet/>
      <dgm:spPr/>
      <dgm:t>
        <a:bodyPr/>
        <a:lstStyle/>
        <a:p>
          <a:endParaRPr lang="en-SG"/>
        </a:p>
      </dgm:t>
    </dgm:pt>
    <dgm:pt modelId="{0F23536A-98D8-464F-AE18-7DA5004E4336}">
      <dgm:prSet phldrT="[Text]"/>
      <dgm:spPr/>
      <dgm:t>
        <a:bodyPr/>
        <a:lstStyle/>
        <a:p>
          <a:r>
            <a:rPr lang="en-US" dirty="0"/>
            <a:t>Study</a:t>
          </a:r>
          <a:endParaRPr lang="en-SG" dirty="0"/>
        </a:p>
      </dgm:t>
    </dgm:pt>
    <dgm:pt modelId="{92767A8D-4CF4-42C7-A042-6C2220F34CA5}" type="parTrans" cxnId="{0D139859-7A04-42EA-8776-61AAFA39EF11}">
      <dgm:prSet/>
      <dgm:spPr/>
      <dgm:t>
        <a:bodyPr/>
        <a:lstStyle/>
        <a:p>
          <a:endParaRPr lang="en-SG"/>
        </a:p>
      </dgm:t>
    </dgm:pt>
    <dgm:pt modelId="{9470D977-2529-42FE-A545-060BA9A92514}" type="sibTrans" cxnId="{0D139859-7A04-42EA-8776-61AAFA39EF11}">
      <dgm:prSet/>
      <dgm:spPr/>
      <dgm:t>
        <a:bodyPr/>
        <a:lstStyle/>
        <a:p>
          <a:endParaRPr lang="en-SG"/>
        </a:p>
      </dgm:t>
    </dgm:pt>
    <dgm:pt modelId="{3A9540F0-B102-4502-AF58-76861AB0CD79}">
      <dgm:prSet phldrT="[Text]"/>
      <dgm:spPr/>
      <dgm:t>
        <a:bodyPr/>
        <a:lstStyle/>
        <a:p>
          <a:r>
            <a:rPr lang="en-US" dirty="0"/>
            <a:t>Act</a:t>
          </a:r>
          <a:endParaRPr lang="en-SG" dirty="0"/>
        </a:p>
      </dgm:t>
    </dgm:pt>
    <dgm:pt modelId="{8EF3475E-8F91-4A3C-99C1-13663F41C7FE}" type="parTrans" cxnId="{DE99BA45-335E-4392-A36A-5045CC8B9BC6}">
      <dgm:prSet/>
      <dgm:spPr/>
      <dgm:t>
        <a:bodyPr/>
        <a:lstStyle/>
        <a:p>
          <a:endParaRPr lang="en-SG"/>
        </a:p>
      </dgm:t>
    </dgm:pt>
    <dgm:pt modelId="{CE4DA9E6-0D98-4C10-BFBD-96275FF542BE}" type="sibTrans" cxnId="{DE99BA45-335E-4392-A36A-5045CC8B9BC6}">
      <dgm:prSet/>
      <dgm:spPr/>
      <dgm:t>
        <a:bodyPr/>
        <a:lstStyle/>
        <a:p>
          <a:endParaRPr lang="en-SG"/>
        </a:p>
      </dgm:t>
    </dgm:pt>
    <dgm:pt modelId="{1C17EAB9-6CA5-4A4D-B0F2-81B108825902}" type="pres">
      <dgm:prSet presAssocID="{1798B760-EBDF-4447-AA7E-B7306EC209CE}" presName="compositeShape" presStyleCnt="0">
        <dgm:presLayoutVars>
          <dgm:chMax val="7"/>
          <dgm:dir/>
          <dgm:resizeHandles val="exact"/>
        </dgm:presLayoutVars>
      </dgm:prSet>
      <dgm:spPr/>
    </dgm:pt>
    <dgm:pt modelId="{D0907D49-C74C-416E-BEF2-79A1DFAE6680}" type="pres">
      <dgm:prSet presAssocID="{1798B760-EBDF-4447-AA7E-B7306EC209CE}" presName="wedge1" presStyleLbl="node1" presStyleIdx="0" presStyleCnt="4"/>
      <dgm:spPr/>
    </dgm:pt>
    <dgm:pt modelId="{ECF2B1B7-C945-4B78-AADB-7C76F9D190E5}" type="pres">
      <dgm:prSet presAssocID="{1798B760-EBDF-4447-AA7E-B7306EC209CE}" presName="dummy1a" presStyleCnt="0"/>
      <dgm:spPr/>
    </dgm:pt>
    <dgm:pt modelId="{7578F24F-89A0-411C-8BD5-022341CF9E92}" type="pres">
      <dgm:prSet presAssocID="{1798B760-EBDF-4447-AA7E-B7306EC209CE}" presName="dummy1b" presStyleCnt="0"/>
      <dgm:spPr/>
    </dgm:pt>
    <dgm:pt modelId="{C24A4AB1-8B76-48F6-87A7-63E05D264904}" type="pres">
      <dgm:prSet presAssocID="{1798B760-EBDF-4447-AA7E-B7306EC209CE}" presName="wedge1Tx" presStyleLbl="node1" presStyleIdx="0" presStyleCnt="4">
        <dgm:presLayoutVars>
          <dgm:chMax val="0"/>
          <dgm:chPref val="0"/>
          <dgm:bulletEnabled val="1"/>
        </dgm:presLayoutVars>
      </dgm:prSet>
      <dgm:spPr/>
    </dgm:pt>
    <dgm:pt modelId="{ED5F66ED-E9BE-4364-BE44-81306308165F}" type="pres">
      <dgm:prSet presAssocID="{1798B760-EBDF-4447-AA7E-B7306EC209CE}" presName="wedge2" presStyleLbl="node1" presStyleIdx="1" presStyleCnt="4"/>
      <dgm:spPr/>
    </dgm:pt>
    <dgm:pt modelId="{468C91EC-73E9-43A8-B504-C27AE728BD40}" type="pres">
      <dgm:prSet presAssocID="{1798B760-EBDF-4447-AA7E-B7306EC209CE}" presName="dummy2a" presStyleCnt="0"/>
      <dgm:spPr/>
    </dgm:pt>
    <dgm:pt modelId="{35353F49-E972-49B3-BE5F-4D7CFBABA3F2}" type="pres">
      <dgm:prSet presAssocID="{1798B760-EBDF-4447-AA7E-B7306EC209CE}" presName="dummy2b" presStyleCnt="0"/>
      <dgm:spPr/>
    </dgm:pt>
    <dgm:pt modelId="{086F8049-043F-4A37-B2E6-7B07515EB683}" type="pres">
      <dgm:prSet presAssocID="{1798B760-EBDF-4447-AA7E-B7306EC209CE}" presName="wedge2Tx" presStyleLbl="node1" presStyleIdx="1" presStyleCnt="4">
        <dgm:presLayoutVars>
          <dgm:chMax val="0"/>
          <dgm:chPref val="0"/>
          <dgm:bulletEnabled val="1"/>
        </dgm:presLayoutVars>
      </dgm:prSet>
      <dgm:spPr/>
    </dgm:pt>
    <dgm:pt modelId="{A1D70B5C-6BC5-4B9A-ACF5-F200E06AA651}" type="pres">
      <dgm:prSet presAssocID="{1798B760-EBDF-4447-AA7E-B7306EC209CE}" presName="wedge3" presStyleLbl="node1" presStyleIdx="2" presStyleCnt="4"/>
      <dgm:spPr/>
    </dgm:pt>
    <dgm:pt modelId="{3BC3533F-1A86-4C6E-97E0-FDAAAC6255B9}" type="pres">
      <dgm:prSet presAssocID="{1798B760-EBDF-4447-AA7E-B7306EC209CE}" presName="dummy3a" presStyleCnt="0"/>
      <dgm:spPr/>
    </dgm:pt>
    <dgm:pt modelId="{B6FD0AE2-ED1C-45C8-AE86-13B4668DB85D}" type="pres">
      <dgm:prSet presAssocID="{1798B760-EBDF-4447-AA7E-B7306EC209CE}" presName="dummy3b" presStyleCnt="0"/>
      <dgm:spPr/>
    </dgm:pt>
    <dgm:pt modelId="{778FB7EF-35E1-403D-A328-3A9A1D57DA5E}" type="pres">
      <dgm:prSet presAssocID="{1798B760-EBDF-4447-AA7E-B7306EC209CE}" presName="wedge3Tx" presStyleLbl="node1" presStyleIdx="2" presStyleCnt="4">
        <dgm:presLayoutVars>
          <dgm:chMax val="0"/>
          <dgm:chPref val="0"/>
          <dgm:bulletEnabled val="1"/>
        </dgm:presLayoutVars>
      </dgm:prSet>
      <dgm:spPr/>
    </dgm:pt>
    <dgm:pt modelId="{2AC13B72-EEB3-4C64-996B-708142894E37}" type="pres">
      <dgm:prSet presAssocID="{1798B760-EBDF-4447-AA7E-B7306EC209CE}" presName="wedge4" presStyleLbl="node1" presStyleIdx="3" presStyleCnt="4"/>
      <dgm:spPr/>
    </dgm:pt>
    <dgm:pt modelId="{9F651E3B-6F4C-40E8-BFF7-0D8BAA7B45A6}" type="pres">
      <dgm:prSet presAssocID="{1798B760-EBDF-4447-AA7E-B7306EC209CE}" presName="dummy4a" presStyleCnt="0"/>
      <dgm:spPr/>
    </dgm:pt>
    <dgm:pt modelId="{9E711440-80FA-4BB7-B693-AB6B8D8D461D}" type="pres">
      <dgm:prSet presAssocID="{1798B760-EBDF-4447-AA7E-B7306EC209CE}" presName="dummy4b" presStyleCnt="0"/>
      <dgm:spPr/>
    </dgm:pt>
    <dgm:pt modelId="{B2093233-8DFB-4340-B864-5187FF5BF6EE}" type="pres">
      <dgm:prSet presAssocID="{1798B760-EBDF-4447-AA7E-B7306EC209CE}" presName="wedge4Tx" presStyleLbl="node1" presStyleIdx="3" presStyleCnt="4">
        <dgm:presLayoutVars>
          <dgm:chMax val="0"/>
          <dgm:chPref val="0"/>
          <dgm:bulletEnabled val="1"/>
        </dgm:presLayoutVars>
      </dgm:prSet>
      <dgm:spPr/>
    </dgm:pt>
    <dgm:pt modelId="{DCA7F92B-98B6-4ED7-A2BA-9B05C5F594C6}" type="pres">
      <dgm:prSet presAssocID="{3F9EDD0C-D1A5-4E00-A475-6C785B5CA2C2}" presName="arrowWedge1" presStyleLbl="fgSibTrans2D1" presStyleIdx="0" presStyleCnt="4"/>
      <dgm:spPr>
        <a:solidFill>
          <a:schemeClr val="tx1"/>
        </a:solidFill>
      </dgm:spPr>
    </dgm:pt>
    <dgm:pt modelId="{7A2F1328-5391-4DD6-8227-F960360A49BE}" type="pres">
      <dgm:prSet presAssocID="{603B2D3B-8B22-4627-A366-583EEFD5C4FC}" presName="arrowWedge2" presStyleLbl="fgSibTrans2D1" presStyleIdx="1" presStyleCnt="4"/>
      <dgm:spPr>
        <a:solidFill>
          <a:schemeClr val="tx1"/>
        </a:solidFill>
      </dgm:spPr>
    </dgm:pt>
    <dgm:pt modelId="{99F6DCAA-AA4D-4A8C-9FFD-C7206970F4D5}" type="pres">
      <dgm:prSet presAssocID="{9470D977-2529-42FE-A545-060BA9A92514}" presName="arrowWedge3" presStyleLbl="fgSibTrans2D1" presStyleIdx="2" presStyleCnt="4"/>
      <dgm:spPr>
        <a:solidFill>
          <a:schemeClr val="tx1"/>
        </a:solidFill>
      </dgm:spPr>
    </dgm:pt>
    <dgm:pt modelId="{37A88720-A002-4E74-A4D3-AD478565E789}" type="pres">
      <dgm:prSet presAssocID="{CE4DA9E6-0D98-4C10-BFBD-96275FF542BE}" presName="arrowWedge4" presStyleLbl="fgSibTrans2D1" presStyleIdx="3" presStyleCnt="4"/>
      <dgm:spPr>
        <a:solidFill>
          <a:schemeClr val="tx1"/>
        </a:solidFill>
      </dgm:spPr>
    </dgm:pt>
  </dgm:ptLst>
  <dgm:cxnLst>
    <dgm:cxn modelId="{FE64DA09-A4FC-4DBD-997F-10D2745AE5A3}" type="presOf" srcId="{F127A78E-76B3-4A25-A583-979E863FA52F}" destId="{ED5F66ED-E9BE-4364-BE44-81306308165F}" srcOrd="0" destOrd="0" presId="urn:microsoft.com/office/officeart/2005/8/layout/cycle8"/>
    <dgm:cxn modelId="{9E89260B-EEF1-434E-B475-54E4F47C5FE0}" type="presOf" srcId="{3A9540F0-B102-4502-AF58-76861AB0CD79}" destId="{B2093233-8DFB-4340-B864-5187FF5BF6EE}" srcOrd="1" destOrd="0" presId="urn:microsoft.com/office/officeart/2005/8/layout/cycle8"/>
    <dgm:cxn modelId="{E743142F-1D9F-4389-86A2-AEA58C702959}" type="presOf" srcId="{7BFEB97C-1D4C-4550-AF4D-85DD10533EE7}" destId="{C24A4AB1-8B76-48F6-87A7-63E05D264904}" srcOrd="1" destOrd="0" presId="urn:microsoft.com/office/officeart/2005/8/layout/cycle8"/>
    <dgm:cxn modelId="{DE99BA45-335E-4392-A36A-5045CC8B9BC6}" srcId="{1798B760-EBDF-4447-AA7E-B7306EC209CE}" destId="{3A9540F0-B102-4502-AF58-76861AB0CD79}" srcOrd="3" destOrd="0" parTransId="{8EF3475E-8F91-4A3C-99C1-13663F41C7FE}" sibTransId="{CE4DA9E6-0D98-4C10-BFBD-96275FF542BE}"/>
    <dgm:cxn modelId="{FC69E652-2360-4D9C-8051-40BF2BBE04F1}" type="presOf" srcId="{F127A78E-76B3-4A25-A583-979E863FA52F}" destId="{086F8049-043F-4A37-B2E6-7B07515EB683}" srcOrd="1" destOrd="0" presId="urn:microsoft.com/office/officeart/2005/8/layout/cycle8"/>
    <dgm:cxn modelId="{0D139859-7A04-42EA-8776-61AAFA39EF11}" srcId="{1798B760-EBDF-4447-AA7E-B7306EC209CE}" destId="{0F23536A-98D8-464F-AE18-7DA5004E4336}" srcOrd="2" destOrd="0" parTransId="{92767A8D-4CF4-42C7-A042-6C2220F34CA5}" sibTransId="{9470D977-2529-42FE-A545-060BA9A92514}"/>
    <dgm:cxn modelId="{24B17D82-36BE-44AC-A7FE-CD8F27C1CB2A}" type="presOf" srcId="{3A9540F0-B102-4502-AF58-76861AB0CD79}" destId="{2AC13B72-EEB3-4C64-996B-708142894E37}" srcOrd="0" destOrd="0" presId="urn:microsoft.com/office/officeart/2005/8/layout/cycle8"/>
    <dgm:cxn modelId="{E5B64E99-A62A-4C86-ABF1-7CC5628DC376}" type="presOf" srcId="{0F23536A-98D8-464F-AE18-7DA5004E4336}" destId="{778FB7EF-35E1-403D-A328-3A9A1D57DA5E}" srcOrd="1" destOrd="0" presId="urn:microsoft.com/office/officeart/2005/8/layout/cycle8"/>
    <dgm:cxn modelId="{1CF3CDB5-601E-4ABF-9736-590BF747706C}" type="presOf" srcId="{7BFEB97C-1D4C-4550-AF4D-85DD10533EE7}" destId="{D0907D49-C74C-416E-BEF2-79A1DFAE6680}" srcOrd="0" destOrd="0" presId="urn:microsoft.com/office/officeart/2005/8/layout/cycle8"/>
    <dgm:cxn modelId="{0374E6B6-80EE-4F1B-8A4A-80967F51E835}" srcId="{1798B760-EBDF-4447-AA7E-B7306EC209CE}" destId="{7BFEB97C-1D4C-4550-AF4D-85DD10533EE7}" srcOrd="0" destOrd="0" parTransId="{6543E80F-37BE-48B1-839D-63C0A59047AE}" sibTransId="{3F9EDD0C-D1A5-4E00-A475-6C785B5CA2C2}"/>
    <dgm:cxn modelId="{60ECD9CF-C899-46BE-BC47-2D66AC562345}" type="presOf" srcId="{1798B760-EBDF-4447-AA7E-B7306EC209CE}" destId="{1C17EAB9-6CA5-4A4D-B0F2-81B108825902}" srcOrd="0" destOrd="0" presId="urn:microsoft.com/office/officeart/2005/8/layout/cycle8"/>
    <dgm:cxn modelId="{60FB5DF5-26B9-4919-888A-21DE2C968759}" type="presOf" srcId="{0F23536A-98D8-464F-AE18-7DA5004E4336}" destId="{A1D70B5C-6BC5-4B9A-ACF5-F200E06AA651}" srcOrd="0" destOrd="0" presId="urn:microsoft.com/office/officeart/2005/8/layout/cycle8"/>
    <dgm:cxn modelId="{A4CBF4FA-E584-4CEC-8D07-7FC9EC2D4525}" srcId="{1798B760-EBDF-4447-AA7E-B7306EC209CE}" destId="{F127A78E-76B3-4A25-A583-979E863FA52F}" srcOrd="1" destOrd="0" parTransId="{A815930C-777B-41AF-99AC-7724E7375BA1}" sibTransId="{603B2D3B-8B22-4627-A366-583EEFD5C4FC}"/>
    <dgm:cxn modelId="{512F8251-1B1E-4F6F-B2CC-7733245268FC}" type="presParOf" srcId="{1C17EAB9-6CA5-4A4D-B0F2-81B108825902}" destId="{D0907D49-C74C-416E-BEF2-79A1DFAE6680}" srcOrd="0" destOrd="0" presId="urn:microsoft.com/office/officeart/2005/8/layout/cycle8"/>
    <dgm:cxn modelId="{D2EDB30D-E949-4906-B5CB-10ED6195467B}" type="presParOf" srcId="{1C17EAB9-6CA5-4A4D-B0F2-81B108825902}" destId="{ECF2B1B7-C945-4B78-AADB-7C76F9D190E5}" srcOrd="1" destOrd="0" presId="urn:microsoft.com/office/officeart/2005/8/layout/cycle8"/>
    <dgm:cxn modelId="{2557F196-86F8-4F78-A323-D8A268C2EF2C}" type="presParOf" srcId="{1C17EAB9-6CA5-4A4D-B0F2-81B108825902}" destId="{7578F24F-89A0-411C-8BD5-022341CF9E92}" srcOrd="2" destOrd="0" presId="urn:microsoft.com/office/officeart/2005/8/layout/cycle8"/>
    <dgm:cxn modelId="{34C98E18-9EA5-484F-BE22-3880990D84ED}" type="presParOf" srcId="{1C17EAB9-6CA5-4A4D-B0F2-81B108825902}" destId="{C24A4AB1-8B76-48F6-87A7-63E05D264904}" srcOrd="3" destOrd="0" presId="urn:microsoft.com/office/officeart/2005/8/layout/cycle8"/>
    <dgm:cxn modelId="{5A7E66FB-9730-469C-8B72-F6D324894F81}" type="presParOf" srcId="{1C17EAB9-6CA5-4A4D-B0F2-81B108825902}" destId="{ED5F66ED-E9BE-4364-BE44-81306308165F}" srcOrd="4" destOrd="0" presId="urn:microsoft.com/office/officeart/2005/8/layout/cycle8"/>
    <dgm:cxn modelId="{D8279965-5296-4333-AE20-CBA66B801E66}" type="presParOf" srcId="{1C17EAB9-6CA5-4A4D-B0F2-81B108825902}" destId="{468C91EC-73E9-43A8-B504-C27AE728BD40}" srcOrd="5" destOrd="0" presId="urn:microsoft.com/office/officeart/2005/8/layout/cycle8"/>
    <dgm:cxn modelId="{98C376FB-E9AA-4980-A16D-65DE0D24BEA5}" type="presParOf" srcId="{1C17EAB9-6CA5-4A4D-B0F2-81B108825902}" destId="{35353F49-E972-49B3-BE5F-4D7CFBABA3F2}" srcOrd="6" destOrd="0" presId="urn:microsoft.com/office/officeart/2005/8/layout/cycle8"/>
    <dgm:cxn modelId="{A9B6FFF9-7B2A-44E5-92BD-F4B25281DD21}" type="presParOf" srcId="{1C17EAB9-6CA5-4A4D-B0F2-81B108825902}" destId="{086F8049-043F-4A37-B2E6-7B07515EB683}" srcOrd="7" destOrd="0" presId="urn:microsoft.com/office/officeart/2005/8/layout/cycle8"/>
    <dgm:cxn modelId="{916A1A18-715B-422E-8BB9-AA19F2A9BE76}" type="presParOf" srcId="{1C17EAB9-6CA5-4A4D-B0F2-81B108825902}" destId="{A1D70B5C-6BC5-4B9A-ACF5-F200E06AA651}" srcOrd="8" destOrd="0" presId="urn:microsoft.com/office/officeart/2005/8/layout/cycle8"/>
    <dgm:cxn modelId="{68C8577A-4642-49CA-8C20-1EC4FF70C992}" type="presParOf" srcId="{1C17EAB9-6CA5-4A4D-B0F2-81B108825902}" destId="{3BC3533F-1A86-4C6E-97E0-FDAAAC6255B9}" srcOrd="9" destOrd="0" presId="urn:microsoft.com/office/officeart/2005/8/layout/cycle8"/>
    <dgm:cxn modelId="{813AFEE6-9766-44ED-A43D-01D9134894CA}" type="presParOf" srcId="{1C17EAB9-6CA5-4A4D-B0F2-81B108825902}" destId="{B6FD0AE2-ED1C-45C8-AE86-13B4668DB85D}" srcOrd="10" destOrd="0" presId="urn:microsoft.com/office/officeart/2005/8/layout/cycle8"/>
    <dgm:cxn modelId="{CB2A907E-5A6C-4B9B-89F1-66213CC4674D}" type="presParOf" srcId="{1C17EAB9-6CA5-4A4D-B0F2-81B108825902}" destId="{778FB7EF-35E1-403D-A328-3A9A1D57DA5E}" srcOrd="11" destOrd="0" presId="urn:microsoft.com/office/officeart/2005/8/layout/cycle8"/>
    <dgm:cxn modelId="{A21F7427-CB87-4EF3-8A65-6577B1177488}" type="presParOf" srcId="{1C17EAB9-6CA5-4A4D-B0F2-81B108825902}" destId="{2AC13B72-EEB3-4C64-996B-708142894E37}" srcOrd="12" destOrd="0" presId="urn:microsoft.com/office/officeart/2005/8/layout/cycle8"/>
    <dgm:cxn modelId="{8A57E3CF-2840-4757-8E87-50D3F045CE58}" type="presParOf" srcId="{1C17EAB9-6CA5-4A4D-B0F2-81B108825902}" destId="{9F651E3B-6F4C-40E8-BFF7-0D8BAA7B45A6}" srcOrd="13" destOrd="0" presId="urn:microsoft.com/office/officeart/2005/8/layout/cycle8"/>
    <dgm:cxn modelId="{F8B4CF69-102C-4747-A4DE-ABC2442F3827}" type="presParOf" srcId="{1C17EAB9-6CA5-4A4D-B0F2-81B108825902}" destId="{9E711440-80FA-4BB7-B693-AB6B8D8D461D}" srcOrd="14" destOrd="0" presId="urn:microsoft.com/office/officeart/2005/8/layout/cycle8"/>
    <dgm:cxn modelId="{711E3364-3B49-4ACD-AA3C-2A228F2EC4C3}" type="presParOf" srcId="{1C17EAB9-6CA5-4A4D-B0F2-81B108825902}" destId="{B2093233-8DFB-4340-B864-5187FF5BF6EE}" srcOrd="15" destOrd="0" presId="urn:microsoft.com/office/officeart/2005/8/layout/cycle8"/>
    <dgm:cxn modelId="{FA3D2130-ED1E-4D52-978D-073F0B86D507}" type="presParOf" srcId="{1C17EAB9-6CA5-4A4D-B0F2-81B108825902}" destId="{DCA7F92B-98B6-4ED7-A2BA-9B05C5F594C6}" srcOrd="16" destOrd="0" presId="urn:microsoft.com/office/officeart/2005/8/layout/cycle8"/>
    <dgm:cxn modelId="{03F86070-8BF6-4442-9FF6-407376B0C2FE}" type="presParOf" srcId="{1C17EAB9-6CA5-4A4D-B0F2-81B108825902}" destId="{7A2F1328-5391-4DD6-8227-F960360A49BE}" srcOrd="17" destOrd="0" presId="urn:microsoft.com/office/officeart/2005/8/layout/cycle8"/>
    <dgm:cxn modelId="{2AA02E23-AC46-4579-A815-0078E5104E79}" type="presParOf" srcId="{1C17EAB9-6CA5-4A4D-B0F2-81B108825902}" destId="{99F6DCAA-AA4D-4A8C-9FFD-C7206970F4D5}" srcOrd="18" destOrd="0" presId="urn:microsoft.com/office/officeart/2005/8/layout/cycle8"/>
    <dgm:cxn modelId="{4CA9E104-EC87-4D2D-85A5-B9F96413C3EB}" type="presParOf" srcId="{1C17EAB9-6CA5-4A4D-B0F2-81B108825902}" destId="{37A88720-A002-4E74-A4D3-AD478565E789}" srcOrd="19"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907D49-C74C-416E-BEF2-79A1DFAE6680}">
      <dsp:nvSpPr>
        <dsp:cNvPr id="0" name=""/>
        <dsp:cNvSpPr/>
      </dsp:nvSpPr>
      <dsp:spPr>
        <a:xfrm>
          <a:off x="919582" y="118363"/>
          <a:ext cx="1738172" cy="1738172"/>
        </a:xfrm>
        <a:prstGeom prst="pie">
          <a:avLst>
            <a:gd name="adj1" fmla="val 16200000"/>
            <a:gd name="adj2" fmla="val 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Plan</a:t>
          </a:r>
          <a:endParaRPr lang="en-SG" sz="2000" kern="1200" dirty="0"/>
        </a:p>
      </dsp:txBody>
      <dsp:txXfrm>
        <a:off x="1842262" y="478620"/>
        <a:ext cx="641468" cy="475928"/>
      </dsp:txXfrm>
    </dsp:sp>
    <dsp:sp modelId="{ED5F66ED-E9BE-4364-BE44-81306308165F}">
      <dsp:nvSpPr>
        <dsp:cNvPr id="0" name=""/>
        <dsp:cNvSpPr/>
      </dsp:nvSpPr>
      <dsp:spPr>
        <a:xfrm>
          <a:off x="919582" y="176716"/>
          <a:ext cx="1738172" cy="1738172"/>
        </a:xfrm>
        <a:prstGeom prst="pie">
          <a:avLst>
            <a:gd name="adj1" fmla="val 0"/>
            <a:gd name="adj2" fmla="val 5400000"/>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Do</a:t>
          </a:r>
          <a:endParaRPr lang="en-SG" sz="2000" kern="1200" dirty="0"/>
        </a:p>
      </dsp:txBody>
      <dsp:txXfrm>
        <a:off x="1842262" y="1078704"/>
        <a:ext cx="641468" cy="475928"/>
      </dsp:txXfrm>
    </dsp:sp>
    <dsp:sp modelId="{A1D70B5C-6BC5-4B9A-ACF5-F200E06AA651}">
      <dsp:nvSpPr>
        <dsp:cNvPr id="0" name=""/>
        <dsp:cNvSpPr/>
      </dsp:nvSpPr>
      <dsp:spPr>
        <a:xfrm>
          <a:off x="861229" y="176716"/>
          <a:ext cx="1738172" cy="1738172"/>
        </a:xfrm>
        <a:prstGeom prst="pie">
          <a:avLst>
            <a:gd name="adj1" fmla="val 5400000"/>
            <a:gd name="adj2" fmla="val 1080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Study</a:t>
          </a:r>
          <a:endParaRPr lang="en-SG" sz="2000" kern="1200" dirty="0"/>
        </a:p>
      </dsp:txBody>
      <dsp:txXfrm>
        <a:off x="1035253" y="1078704"/>
        <a:ext cx="641468" cy="475928"/>
      </dsp:txXfrm>
    </dsp:sp>
    <dsp:sp modelId="{2AC13B72-EEB3-4C64-996B-708142894E37}">
      <dsp:nvSpPr>
        <dsp:cNvPr id="0" name=""/>
        <dsp:cNvSpPr/>
      </dsp:nvSpPr>
      <dsp:spPr>
        <a:xfrm>
          <a:off x="861229" y="118363"/>
          <a:ext cx="1738172" cy="1738172"/>
        </a:xfrm>
        <a:prstGeom prst="pie">
          <a:avLst>
            <a:gd name="adj1" fmla="val 10800000"/>
            <a:gd name="adj2" fmla="val 1620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Act</a:t>
          </a:r>
          <a:endParaRPr lang="en-SG" sz="2000" kern="1200" dirty="0"/>
        </a:p>
      </dsp:txBody>
      <dsp:txXfrm>
        <a:off x="1035253" y="478620"/>
        <a:ext cx="641468" cy="475928"/>
      </dsp:txXfrm>
    </dsp:sp>
    <dsp:sp modelId="{DCA7F92B-98B6-4ED7-A2BA-9B05C5F594C6}">
      <dsp:nvSpPr>
        <dsp:cNvPr id="0" name=""/>
        <dsp:cNvSpPr/>
      </dsp:nvSpPr>
      <dsp:spPr>
        <a:xfrm>
          <a:off x="811981" y="10762"/>
          <a:ext cx="1953374" cy="1953374"/>
        </a:xfrm>
        <a:prstGeom prst="circularArrow">
          <a:avLst>
            <a:gd name="adj1" fmla="val 5085"/>
            <a:gd name="adj2" fmla="val 327528"/>
            <a:gd name="adj3" fmla="val 21272472"/>
            <a:gd name="adj4" fmla="val 16200000"/>
            <a:gd name="adj5" fmla="val 5932"/>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sp>
    <dsp:sp modelId="{7A2F1328-5391-4DD6-8227-F960360A49BE}">
      <dsp:nvSpPr>
        <dsp:cNvPr id="0" name=""/>
        <dsp:cNvSpPr/>
      </dsp:nvSpPr>
      <dsp:spPr>
        <a:xfrm>
          <a:off x="811981" y="69115"/>
          <a:ext cx="1953374" cy="1953374"/>
        </a:xfrm>
        <a:prstGeom prst="circularArrow">
          <a:avLst>
            <a:gd name="adj1" fmla="val 5085"/>
            <a:gd name="adj2" fmla="val 327528"/>
            <a:gd name="adj3" fmla="val 5072472"/>
            <a:gd name="adj4" fmla="val 0"/>
            <a:gd name="adj5" fmla="val 5932"/>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sp>
    <dsp:sp modelId="{99F6DCAA-AA4D-4A8C-9FFD-C7206970F4D5}">
      <dsp:nvSpPr>
        <dsp:cNvPr id="0" name=""/>
        <dsp:cNvSpPr/>
      </dsp:nvSpPr>
      <dsp:spPr>
        <a:xfrm>
          <a:off x="753628" y="69115"/>
          <a:ext cx="1953374" cy="1953374"/>
        </a:xfrm>
        <a:prstGeom prst="circularArrow">
          <a:avLst>
            <a:gd name="adj1" fmla="val 5085"/>
            <a:gd name="adj2" fmla="val 327528"/>
            <a:gd name="adj3" fmla="val 10472472"/>
            <a:gd name="adj4" fmla="val 5400000"/>
            <a:gd name="adj5" fmla="val 5932"/>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sp>
    <dsp:sp modelId="{37A88720-A002-4E74-A4D3-AD478565E789}">
      <dsp:nvSpPr>
        <dsp:cNvPr id="0" name=""/>
        <dsp:cNvSpPr/>
      </dsp:nvSpPr>
      <dsp:spPr>
        <a:xfrm>
          <a:off x="753628" y="10762"/>
          <a:ext cx="1953374" cy="1953374"/>
        </a:xfrm>
        <a:prstGeom prst="circularArrow">
          <a:avLst>
            <a:gd name="adj1" fmla="val 5085"/>
            <a:gd name="adj2" fmla="val 327528"/>
            <a:gd name="adj3" fmla="val 15872472"/>
            <a:gd name="adj4" fmla="val 10800000"/>
            <a:gd name="adj5" fmla="val 5932"/>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907D49-C74C-416E-BEF2-79A1DFAE6680}">
      <dsp:nvSpPr>
        <dsp:cNvPr id="0" name=""/>
        <dsp:cNvSpPr/>
      </dsp:nvSpPr>
      <dsp:spPr>
        <a:xfrm>
          <a:off x="919582" y="118363"/>
          <a:ext cx="1738172" cy="1738172"/>
        </a:xfrm>
        <a:prstGeom prst="pie">
          <a:avLst>
            <a:gd name="adj1" fmla="val 16200000"/>
            <a:gd name="adj2" fmla="val 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Plan</a:t>
          </a:r>
          <a:endParaRPr lang="en-SG" sz="2000" kern="1200" dirty="0"/>
        </a:p>
      </dsp:txBody>
      <dsp:txXfrm>
        <a:off x="1842262" y="478620"/>
        <a:ext cx="641468" cy="475928"/>
      </dsp:txXfrm>
    </dsp:sp>
    <dsp:sp modelId="{ED5F66ED-E9BE-4364-BE44-81306308165F}">
      <dsp:nvSpPr>
        <dsp:cNvPr id="0" name=""/>
        <dsp:cNvSpPr/>
      </dsp:nvSpPr>
      <dsp:spPr>
        <a:xfrm>
          <a:off x="919582" y="176716"/>
          <a:ext cx="1738172" cy="1738172"/>
        </a:xfrm>
        <a:prstGeom prst="pie">
          <a:avLst>
            <a:gd name="adj1" fmla="val 0"/>
            <a:gd name="adj2" fmla="val 5400000"/>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Do</a:t>
          </a:r>
          <a:endParaRPr lang="en-SG" sz="2000" kern="1200" dirty="0"/>
        </a:p>
      </dsp:txBody>
      <dsp:txXfrm>
        <a:off x="1842262" y="1078704"/>
        <a:ext cx="641468" cy="475928"/>
      </dsp:txXfrm>
    </dsp:sp>
    <dsp:sp modelId="{A1D70B5C-6BC5-4B9A-ACF5-F200E06AA651}">
      <dsp:nvSpPr>
        <dsp:cNvPr id="0" name=""/>
        <dsp:cNvSpPr/>
      </dsp:nvSpPr>
      <dsp:spPr>
        <a:xfrm>
          <a:off x="861229" y="176716"/>
          <a:ext cx="1738172" cy="1738172"/>
        </a:xfrm>
        <a:prstGeom prst="pie">
          <a:avLst>
            <a:gd name="adj1" fmla="val 5400000"/>
            <a:gd name="adj2" fmla="val 1080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Study</a:t>
          </a:r>
          <a:endParaRPr lang="en-SG" sz="2000" kern="1200" dirty="0"/>
        </a:p>
      </dsp:txBody>
      <dsp:txXfrm>
        <a:off x="1035253" y="1078704"/>
        <a:ext cx="641468" cy="475928"/>
      </dsp:txXfrm>
    </dsp:sp>
    <dsp:sp modelId="{2AC13B72-EEB3-4C64-996B-708142894E37}">
      <dsp:nvSpPr>
        <dsp:cNvPr id="0" name=""/>
        <dsp:cNvSpPr/>
      </dsp:nvSpPr>
      <dsp:spPr>
        <a:xfrm>
          <a:off x="861229" y="118363"/>
          <a:ext cx="1738172" cy="1738172"/>
        </a:xfrm>
        <a:prstGeom prst="pie">
          <a:avLst>
            <a:gd name="adj1" fmla="val 10800000"/>
            <a:gd name="adj2" fmla="val 1620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Act</a:t>
          </a:r>
          <a:endParaRPr lang="en-SG" sz="2000" kern="1200" dirty="0"/>
        </a:p>
      </dsp:txBody>
      <dsp:txXfrm>
        <a:off x="1035253" y="478620"/>
        <a:ext cx="641468" cy="475928"/>
      </dsp:txXfrm>
    </dsp:sp>
    <dsp:sp modelId="{DCA7F92B-98B6-4ED7-A2BA-9B05C5F594C6}">
      <dsp:nvSpPr>
        <dsp:cNvPr id="0" name=""/>
        <dsp:cNvSpPr/>
      </dsp:nvSpPr>
      <dsp:spPr>
        <a:xfrm>
          <a:off x="811981" y="10762"/>
          <a:ext cx="1953374" cy="1953374"/>
        </a:xfrm>
        <a:prstGeom prst="circularArrow">
          <a:avLst>
            <a:gd name="adj1" fmla="val 5085"/>
            <a:gd name="adj2" fmla="val 327528"/>
            <a:gd name="adj3" fmla="val 21272472"/>
            <a:gd name="adj4" fmla="val 16200000"/>
            <a:gd name="adj5" fmla="val 5932"/>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sp>
    <dsp:sp modelId="{7A2F1328-5391-4DD6-8227-F960360A49BE}">
      <dsp:nvSpPr>
        <dsp:cNvPr id="0" name=""/>
        <dsp:cNvSpPr/>
      </dsp:nvSpPr>
      <dsp:spPr>
        <a:xfrm>
          <a:off x="811981" y="69115"/>
          <a:ext cx="1953374" cy="1953374"/>
        </a:xfrm>
        <a:prstGeom prst="circularArrow">
          <a:avLst>
            <a:gd name="adj1" fmla="val 5085"/>
            <a:gd name="adj2" fmla="val 327528"/>
            <a:gd name="adj3" fmla="val 5072472"/>
            <a:gd name="adj4" fmla="val 0"/>
            <a:gd name="adj5" fmla="val 5932"/>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sp>
    <dsp:sp modelId="{99F6DCAA-AA4D-4A8C-9FFD-C7206970F4D5}">
      <dsp:nvSpPr>
        <dsp:cNvPr id="0" name=""/>
        <dsp:cNvSpPr/>
      </dsp:nvSpPr>
      <dsp:spPr>
        <a:xfrm>
          <a:off x="753628" y="69115"/>
          <a:ext cx="1953374" cy="1953374"/>
        </a:xfrm>
        <a:prstGeom prst="circularArrow">
          <a:avLst>
            <a:gd name="adj1" fmla="val 5085"/>
            <a:gd name="adj2" fmla="val 327528"/>
            <a:gd name="adj3" fmla="val 10472472"/>
            <a:gd name="adj4" fmla="val 5400000"/>
            <a:gd name="adj5" fmla="val 5932"/>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sp>
    <dsp:sp modelId="{37A88720-A002-4E74-A4D3-AD478565E789}">
      <dsp:nvSpPr>
        <dsp:cNvPr id="0" name=""/>
        <dsp:cNvSpPr/>
      </dsp:nvSpPr>
      <dsp:spPr>
        <a:xfrm>
          <a:off x="753628" y="10762"/>
          <a:ext cx="1953374" cy="1953374"/>
        </a:xfrm>
        <a:prstGeom prst="circularArrow">
          <a:avLst>
            <a:gd name="adj1" fmla="val 5085"/>
            <a:gd name="adj2" fmla="val 327528"/>
            <a:gd name="adj3" fmla="val 15872472"/>
            <a:gd name="adj4" fmla="val 10800000"/>
            <a:gd name="adj5" fmla="val 5932"/>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907D49-C74C-416E-BEF2-79A1DFAE6680}">
      <dsp:nvSpPr>
        <dsp:cNvPr id="0" name=""/>
        <dsp:cNvSpPr/>
      </dsp:nvSpPr>
      <dsp:spPr>
        <a:xfrm>
          <a:off x="919582" y="118363"/>
          <a:ext cx="1738172" cy="1738172"/>
        </a:xfrm>
        <a:prstGeom prst="pie">
          <a:avLst>
            <a:gd name="adj1" fmla="val 16200000"/>
            <a:gd name="adj2" fmla="val 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Plan</a:t>
          </a:r>
          <a:endParaRPr lang="en-SG" sz="2000" kern="1200" dirty="0"/>
        </a:p>
      </dsp:txBody>
      <dsp:txXfrm>
        <a:off x="1842262" y="478620"/>
        <a:ext cx="641468" cy="475928"/>
      </dsp:txXfrm>
    </dsp:sp>
    <dsp:sp modelId="{ED5F66ED-E9BE-4364-BE44-81306308165F}">
      <dsp:nvSpPr>
        <dsp:cNvPr id="0" name=""/>
        <dsp:cNvSpPr/>
      </dsp:nvSpPr>
      <dsp:spPr>
        <a:xfrm>
          <a:off x="919582" y="176716"/>
          <a:ext cx="1738172" cy="1738172"/>
        </a:xfrm>
        <a:prstGeom prst="pie">
          <a:avLst>
            <a:gd name="adj1" fmla="val 0"/>
            <a:gd name="adj2" fmla="val 5400000"/>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Do</a:t>
          </a:r>
          <a:endParaRPr lang="en-SG" sz="2000" kern="1200" dirty="0"/>
        </a:p>
      </dsp:txBody>
      <dsp:txXfrm>
        <a:off x="1842262" y="1078704"/>
        <a:ext cx="641468" cy="475928"/>
      </dsp:txXfrm>
    </dsp:sp>
    <dsp:sp modelId="{A1D70B5C-6BC5-4B9A-ACF5-F200E06AA651}">
      <dsp:nvSpPr>
        <dsp:cNvPr id="0" name=""/>
        <dsp:cNvSpPr/>
      </dsp:nvSpPr>
      <dsp:spPr>
        <a:xfrm>
          <a:off x="861229" y="176716"/>
          <a:ext cx="1738172" cy="1738172"/>
        </a:xfrm>
        <a:prstGeom prst="pie">
          <a:avLst>
            <a:gd name="adj1" fmla="val 5400000"/>
            <a:gd name="adj2" fmla="val 1080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Study</a:t>
          </a:r>
          <a:endParaRPr lang="en-SG" sz="2000" kern="1200" dirty="0"/>
        </a:p>
      </dsp:txBody>
      <dsp:txXfrm>
        <a:off x="1035253" y="1078704"/>
        <a:ext cx="641468" cy="475928"/>
      </dsp:txXfrm>
    </dsp:sp>
    <dsp:sp modelId="{2AC13B72-EEB3-4C64-996B-708142894E37}">
      <dsp:nvSpPr>
        <dsp:cNvPr id="0" name=""/>
        <dsp:cNvSpPr/>
      </dsp:nvSpPr>
      <dsp:spPr>
        <a:xfrm>
          <a:off x="861229" y="118363"/>
          <a:ext cx="1738172" cy="1738172"/>
        </a:xfrm>
        <a:prstGeom prst="pie">
          <a:avLst>
            <a:gd name="adj1" fmla="val 10800000"/>
            <a:gd name="adj2" fmla="val 1620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Act</a:t>
          </a:r>
          <a:endParaRPr lang="en-SG" sz="2000" kern="1200" dirty="0"/>
        </a:p>
      </dsp:txBody>
      <dsp:txXfrm>
        <a:off x="1035253" y="478620"/>
        <a:ext cx="641468" cy="475928"/>
      </dsp:txXfrm>
    </dsp:sp>
    <dsp:sp modelId="{DCA7F92B-98B6-4ED7-A2BA-9B05C5F594C6}">
      <dsp:nvSpPr>
        <dsp:cNvPr id="0" name=""/>
        <dsp:cNvSpPr/>
      </dsp:nvSpPr>
      <dsp:spPr>
        <a:xfrm>
          <a:off x="811981" y="10762"/>
          <a:ext cx="1953374" cy="1953374"/>
        </a:xfrm>
        <a:prstGeom prst="circularArrow">
          <a:avLst>
            <a:gd name="adj1" fmla="val 5085"/>
            <a:gd name="adj2" fmla="val 327528"/>
            <a:gd name="adj3" fmla="val 21272472"/>
            <a:gd name="adj4" fmla="val 16200000"/>
            <a:gd name="adj5" fmla="val 5932"/>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sp>
    <dsp:sp modelId="{7A2F1328-5391-4DD6-8227-F960360A49BE}">
      <dsp:nvSpPr>
        <dsp:cNvPr id="0" name=""/>
        <dsp:cNvSpPr/>
      </dsp:nvSpPr>
      <dsp:spPr>
        <a:xfrm>
          <a:off x="811981" y="69115"/>
          <a:ext cx="1953374" cy="1953374"/>
        </a:xfrm>
        <a:prstGeom prst="circularArrow">
          <a:avLst>
            <a:gd name="adj1" fmla="val 5085"/>
            <a:gd name="adj2" fmla="val 327528"/>
            <a:gd name="adj3" fmla="val 5072472"/>
            <a:gd name="adj4" fmla="val 0"/>
            <a:gd name="adj5" fmla="val 5932"/>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sp>
    <dsp:sp modelId="{99F6DCAA-AA4D-4A8C-9FFD-C7206970F4D5}">
      <dsp:nvSpPr>
        <dsp:cNvPr id="0" name=""/>
        <dsp:cNvSpPr/>
      </dsp:nvSpPr>
      <dsp:spPr>
        <a:xfrm>
          <a:off x="753628" y="69115"/>
          <a:ext cx="1953374" cy="1953374"/>
        </a:xfrm>
        <a:prstGeom prst="circularArrow">
          <a:avLst>
            <a:gd name="adj1" fmla="val 5085"/>
            <a:gd name="adj2" fmla="val 327528"/>
            <a:gd name="adj3" fmla="val 10472472"/>
            <a:gd name="adj4" fmla="val 5400000"/>
            <a:gd name="adj5" fmla="val 5932"/>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sp>
    <dsp:sp modelId="{37A88720-A002-4E74-A4D3-AD478565E789}">
      <dsp:nvSpPr>
        <dsp:cNvPr id="0" name=""/>
        <dsp:cNvSpPr/>
      </dsp:nvSpPr>
      <dsp:spPr>
        <a:xfrm>
          <a:off x="753628" y="10762"/>
          <a:ext cx="1953374" cy="1953374"/>
        </a:xfrm>
        <a:prstGeom prst="circularArrow">
          <a:avLst>
            <a:gd name="adj1" fmla="val 5085"/>
            <a:gd name="adj2" fmla="val 327528"/>
            <a:gd name="adj3" fmla="val 15872472"/>
            <a:gd name="adj4" fmla="val 10800000"/>
            <a:gd name="adj5" fmla="val 5932"/>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907D49-C74C-416E-BEF2-79A1DFAE6680}">
      <dsp:nvSpPr>
        <dsp:cNvPr id="0" name=""/>
        <dsp:cNvSpPr/>
      </dsp:nvSpPr>
      <dsp:spPr>
        <a:xfrm>
          <a:off x="919582" y="118363"/>
          <a:ext cx="1738172" cy="1738172"/>
        </a:xfrm>
        <a:prstGeom prst="pie">
          <a:avLst>
            <a:gd name="adj1" fmla="val 16200000"/>
            <a:gd name="adj2" fmla="val 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Plan</a:t>
          </a:r>
          <a:endParaRPr lang="en-SG" sz="2000" kern="1200" dirty="0"/>
        </a:p>
      </dsp:txBody>
      <dsp:txXfrm>
        <a:off x="1842262" y="478620"/>
        <a:ext cx="641468" cy="475928"/>
      </dsp:txXfrm>
    </dsp:sp>
    <dsp:sp modelId="{ED5F66ED-E9BE-4364-BE44-81306308165F}">
      <dsp:nvSpPr>
        <dsp:cNvPr id="0" name=""/>
        <dsp:cNvSpPr/>
      </dsp:nvSpPr>
      <dsp:spPr>
        <a:xfrm>
          <a:off x="919582" y="176716"/>
          <a:ext cx="1738172" cy="1738172"/>
        </a:xfrm>
        <a:prstGeom prst="pie">
          <a:avLst>
            <a:gd name="adj1" fmla="val 0"/>
            <a:gd name="adj2" fmla="val 5400000"/>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Do</a:t>
          </a:r>
          <a:endParaRPr lang="en-SG" sz="2000" kern="1200" dirty="0"/>
        </a:p>
      </dsp:txBody>
      <dsp:txXfrm>
        <a:off x="1842262" y="1078704"/>
        <a:ext cx="641468" cy="475928"/>
      </dsp:txXfrm>
    </dsp:sp>
    <dsp:sp modelId="{A1D70B5C-6BC5-4B9A-ACF5-F200E06AA651}">
      <dsp:nvSpPr>
        <dsp:cNvPr id="0" name=""/>
        <dsp:cNvSpPr/>
      </dsp:nvSpPr>
      <dsp:spPr>
        <a:xfrm>
          <a:off x="861229" y="176716"/>
          <a:ext cx="1738172" cy="1738172"/>
        </a:xfrm>
        <a:prstGeom prst="pie">
          <a:avLst>
            <a:gd name="adj1" fmla="val 5400000"/>
            <a:gd name="adj2" fmla="val 1080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Study</a:t>
          </a:r>
          <a:endParaRPr lang="en-SG" sz="2000" kern="1200" dirty="0"/>
        </a:p>
      </dsp:txBody>
      <dsp:txXfrm>
        <a:off x="1035253" y="1078704"/>
        <a:ext cx="641468" cy="475928"/>
      </dsp:txXfrm>
    </dsp:sp>
    <dsp:sp modelId="{2AC13B72-EEB3-4C64-996B-708142894E37}">
      <dsp:nvSpPr>
        <dsp:cNvPr id="0" name=""/>
        <dsp:cNvSpPr/>
      </dsp:nvSpPr>
      <dsp:spPr>
        <a:xfrm>
          <a:off x="861229" y="118363"/>
          <a:ext cx="1738172" cy="1738172"/>
        </a:xfrm>
        <a:prstGeom prst="pie">
          <a:avLst>
            <a:gd name="adj1" fmla="val 10800000"/>
            <a:gd name="adj2" fmla="val 1620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Act</a:t>
          </a:r>
          <a:endParaRPr lang="en-SG" sz="2000" kern="1200" dirty="0"/>
        </a:p>
      </dsp:txBody>
      <dsp:txXfrm>
        <a:off x="1035253" y="478620"/>
        <a:ext cx="641468" cy="475928"/>
      </dsp:txXfrm>
    </dsp:sp>
    <dsp:sp modelId="{DCA7F92B-98B6-4ED7-A2BA-9B05C5F594C6}">
      <dsp:nvSpPr>
        <dsp:cNvPr id="0" name=""/>
        <dsp:cNvSpPr/>
      </dsp:nvSpPr>
      <dsp:spPr>
        <a:xfrm>
          <a:off x="811981" y="10762"/>
          <a:ext cx="1953374" cy="1953374"/>
        </a:xfrm>
        <a:prstGeom prst="circularArrow">
          <a:avLst>
            <a:gd name="adj1" fmla="val 5085"/>
            <a:gd name="adj2" fmla="val 327528"/>
            <a:gd name="adj3" fmla="val 21272472"/>
            <a:gd name="adj4" fmla="val 16200000"/>
            <a:gd name="adj5" fmla="val 5932"/>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sp>
    <dsp:sp modelId="{7A2F1328-5391-4DD6-8227-F960360A49BE}">
      <dsp:nvSpPr>
        <dsp:cNvPr id="0" name=""/>
        <dsp:cNvSpPr/>
      </dsp:nvSpPr>
      <dsp:spPr>
        <a:xfrm>
          <a:off x="811981" y="69115"/>
          <a:ext cx="1953374" cy="1953374"/>
        </a:xfrm>
        <a:prstGeom prst="circularArrow">
          <a:avLst>
            <a:gd name="adj1" fmla="val 5085"/>
            <a:gd name="adj2" fmla="val 327528"/>
            <a:gd name="adj3" fmla="val 5072472"/>
            <a:gd name="adj4" fmla="val 0"/>
            <a:gd name="adj5" fmla="val 5932"/>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sp>
    <dsp:sp modelId="{99F6DCAA-AA4D-4A8C-9FFD-C7206970F4D5}">
      <dsp:nvSpPr>
        <dsp:cNvPr id="0" name=""/>
        <dsp:cNvSpPr/>
      </dsp:nvSpPr>
      <dsp:spPr>
        <a:xfrm>
          <a:off x="753628" y="69115"/>
          <a:ext cx="1953374" cy="1953374"/>
        </a:xfrm>
        <a:prstGeom prst="circularArrow">
          <a:avLst>
            <a:gd name="adj1" fmla="val 5085"/>
            <a:gd name="adj2" fmla="val 327528"/>
            <a:gd name="adj3" fmla="val 10472472"/>
            <a:gd name="adj4" fmla="val 5400000"/>
            <a:gd name="adj5" fmla="val 5932"/>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sp>
    <dsp:sp modelId="{37A88720-A002-4E74-A4D3-AD478565E789}">
      <dsp:nvSpPr>
        <dsp:cNvPr id="0" name=""/>
        <dsp:cNvSpPr/>
      </dsp:nvSpPr>
      <dsp:spPr>
        <a:xfrm>
          <a:off x="753628" y="10762"/>
          <a:ext cx="1953374" cy="1953374"/>
        </a:xfrm>
        <a:prstGeom prst="circularArrow">
          <a:avLst>
            <a:gd name="adj1" fmla="val 5085"/>
            <a:gd name="adj2" fmla="val 327528"/>
            <a:gd name="adj3" fmla="val 15872472"/>
            <a:gd name="adj4" fmla="val 10800000"/>
            <a:gd name="adj5" fmla="val 5932"/>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&#65279;<?xml version="1.0" encoding="utf-8" standalone="yes"?>
<Relationships xmlns="http://schemas.openxmlformats.org/package/2006/relationships">
  <Relationship Id="rId1" Type="http://schemas.openxmlformats.org/officeDocument/2006/relationships/theme" Target="../theme/theme2.xml" />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E1C495-E2AE-4395-BA3C-2440B84E6B84}" type="datetimeFigureOut">
              <a:rPr lang="en-SG" smtClean="0"/>
              <a:t>29/01/2026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CBF115-1E10-4B07-AE5E-F17A79220972}" type="slidenum">
              <a:rPr lang="en-SG" smtClean="0"/>
              <a:t>‹#›</a:t>
            </a:fld>
            <a:endParaRPr lang="en-SG"/>
          </a:p>
        </p:txBody>
      </p:sp>
    </p:spTree>
    <p:extLst>
      <p:ext uri="{BB962C8B-B14F-4D97-AF65-F5344CB8AC3E}">
        <p14:creationId xmlns:p14="http://schemas.microsoft.com/office/powerpoint/2010/main" val="2837424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
<Relationships xmlns="http://schemas.openxmlformats.org/package/2006/relationships">
  <Relationship Id="rId2" Type="http://schemas.openxmlformats.org/officeDocument/2006/relationships/slide" Target="../slides/slide1.xml" />
  <Relationship Id="rId1" Type="http://schemas.openxmlformats.org/officeDocument/2006/relationships/notesMaster" Target="../notesMasters/notesMaster1.xml" />
</Relationships>
</file>

<file path=ppt/notesSlides/_rels/notesSlide2.xml.rels>&#65279;<?xml version="1.0" encoding="utf-8" standalone="yes"?>
<Relationships xmlns="http://schemas.openxmlformats.org/package/2006/relationships">
  <Relationship Id="rId2" Type="http://schemas.openxmlformats.org/officeDocument/2006/relationships/slide" Target="../slides/slide2.xml" />
  <Relationship Id="rId1" Type="http://schemas.openxmlformats.org/officeDocument/2006/relationships/notesMaster" Target="../notesMasters/notesMaster1.xml" />
</Relationships>
</file>

<file path=ppt/notesSlides/_rels/notesSlide3.xml.rels>&#65279;<?xml version="1.0" encoding="utf-8" standalone="yes"?>
<Relationships xmlns="http://schemas.openxmlformats.org/package/2006/relationships">
  <Relationship Id="rId2" Type="http://schemas.openxmlformats.org/officeDocument/2006/relationships/slide" Target="../slides/slide3.xml" />
  <Relationship Id="rId1" Type="http://schemas.openxmlformats.org/officeDocument/2006/relationships/notesMaster" Target="../notesMasters/notesMaster1.xml" />
</Relationships>
</file>

<file path=ppt/notesSlides/_rels/notesSlide4.xml.rels>&#65279;<?xml version="1.0" encoding="utf-8" standalone="yes"?>
<Relationships xmlns="http://schemas.openxmlformats.org/package/2006/relationships">
  <Relationship Id="rId2" Type="http://schemas.openxmlformats.org/officeDocument/2006/relationships/slide" Target="../slides/slide4.xml" />
  <Relationship Id="rId1" Type="http://schemas.openxmlformats.org/officeDocument/2006/relationships/notesMaster" Target="../notesMasters/notesMaster1.xml" />
</Relationships>
</file>

<file path=ppt/notesSlides/_rels/notesSlide5.xml.rels>&#65279;<?xml version="1.0" encoding="utf-8" standalone="yes"?>
<Relationships xmlns="http://schemas.openxmlformats.org/package/2006/relationships">
  <Relationship Id="rId2" Type="http://schemas.openxmlformats.org/officeDocument/2006/relationships/slide" Target="../slides/slide5.xml" />
  <Relationship Id="rId1" Type="http://schemas.openxmlformats.org/officeDocument/2006/relationships/notesMaster" Target="../notesMasters/notesMaster1.xml" />
</Relationships>
</file>

<file path=ppt/notesSlides/_rels/notesSlide6.xml.rels>&#65279;<?xml version="1.0" encoding="utf-8" standalone="yes"?>
<Relationships xmlns="http://schemas.openxmlformats.org/package/2006/relationships">
  <Relationship Id="rId2" Type="http://schemas.openxmlformats.org/officeDocument/2006/relationships/slide" Target="../slides/slide6.xml" />
  <Relationship Id="rId1" Type="http://schemas.openxmlformats.org/officeDocument/2006/relationships/notesMaster" Target="../notesMasters/notesMaster1.xml" />
</Relationships>
</file>

<file path=ppt/notesSlides/_rels/notesSlide7.xml.rels>&#65279;<?xml version="1.0" encoding="utf-8" standalone="yes"?>
<Relationships xmlns="http://schemas.openxmlformats.org/package/2006/relationships">
  <Relationship Id="rId2" Type="http://schemas.openxmlformats.org/officeDocument/2006/relationships/slide" Target="../slides/slide7.xml" />
  <Relationship Id="rId1" Type="http://schemas.openxmlformats.org/officeDocument/2006/relationships/notesMaster" Target="../notesMasters/notesMaster1.xml" />
</Relationships>
</file>

<file path=ppt/notesSlides/_rels/notesSlide8.xml.rels>&#65279;<?xml version="1.0" encoding="utf-8" standalone="yes"?>
<Relationships xmlns="http://schemas.openxmlformats.org/package/2006/relationships">
  <Relationship Id="rId2" Type="http://schemas.openxmlformats.org/officeDocument/2006/relationships/slide" Target="../slides/slide8.xml" />
  <Relationship Id="rId1" Type="http://schemas.openxmlformats.org/officeDocument/2006/relationships/notesMaster" Target="../notesMasters/notesMaster1.xml" />
</Relationships>
</file>

<file path=ppt/notesSlides/_rels/notesSlide9.xml.rels>&#65279;<?xml version="1.0" encoding="utf-8" standalone="yes"?>
<Relationships xmlns="http://schemas.openxmlformats.org/package/2006/relationships">
  <Relationship Id="rId2" Type="http://schemas.openxmlformats.org/officeDocument/2006/relationships/slide" Target="../slides/slide9.xml" />
  <Relationship Id="rId1" Type="http://schemas.openxmlformats.org/officeDocument/2006/relationships/notesMaster" Target="../notesMasters/notesMaster1.xml" />
</Relationships>
</file>

<file path=ppt/notesSlides/_rels/notesSlide10.xml.rels>&#65279;<?xml version="1.0" encoding="utf-8" standalone="yes"?>
<Relationships xmlns="http://schemas.openxmlformats.org/package/2006/relationships">
  <Relationship Id="rId2" Type="http://schemas.openxmlformats.org/officeDocument/2006/relationships/slide" Target="../slides/slide10.xml" />
  <Relationship Id="rId1" Type="http://schemas.openxmlformats.org/officeDocument/2006/relationships/notesMaster" Target="../notesMasters/notesMaster1.xml" />
</Relationships>
</file>

<file path=ppt/notesSlides/_rels/notesSlide11.xml.rels>&#65279;<?xml version="1.0" encoding="utf-8" standalone="yes"?>
<Relationships xmlns="http://schemas.openxmlformats.org/package/2006/relationships">
  <Relationship Id="rId2" Type="http://schemas.openxmlformats.org/officeDocument/2006/relationships/slide" Target="../slides/slide11.xml" />
  <Relationship Id="rId1" Type="http://schemas.openxmlformats.org/officeDocument/2006/relationships/notesMaster" Target="../notesMasters/notesMaster1.xml" />
</Relationships>
</file>

<file path=ppt/notesSlides/_rels/notesSlide12.xml.rels>&#65279;<?xml version="1.0" encoding="utf-8" standalone="yes"?>
<Relationships xmlns="http://schemas.openxmlformats.org/package/2006/relationships">
  <Relationship Id="rId2" Type="http://schemas.openxmlformats.org/officeDocument/2006/relationships/slide" Target="../slides/slide12.xml" />
  <Relationship Id="rId1" Type="http://schemas.openxmlformats.org/officeDocument/2006/relationships/notesMaster" Target="../notesMasters/notesMaster1.xml" />
</Relationships>
</file>

<file path=ppt/notesSlides/_rels/notesSlide13.xml.rels>&#65279;<?xml version="1.0" encoding="utf-8" standalone="yes"?>
<Relationships xmlns="http://schemas.openxmlformats.org/package/2006/relationships">
  <Relationship Id="rId2" Type="http://schemas.openxmlformats.org/officeDocument/2006/relationships/slide" Target="../slides/slide13.xml" />
  <Relationship Id="rId1" Type="http://schemas.openxmlformats.org/officeDocument/2006/relationships/notesMaster" Target="../notesMasters/notesMaster1.xml" />
</Relationships>
</file>

<file path=ppt/notesSlides/_rels/notesSlide14.xml.rels>&#65279;<?xml version="1.0" encoding="utf-8" standalone="yes"?>
<Relationships xmlns="http://schemas.openxmlformats.org/package/2006/relationships">
  <Relationship Id="rId2" Type="http://schemas.openxmlformats.org/officeDocument/2006/relationships/slide" Target="../slides/slide14.xml" />
  <Relationship Id="rId1" Type="http://schemas.openxmlformats.org/officeDocument/2006/relationships/notesMaster" Target="../notesMasters/notesMaster1.xml" />
</Relationships>
</file>

<file path=ppt/notesSlides/_rels/notesSlide15.xml.rels>&#65279;<?xml version="1.0" encoding="utf-8" standalone="yes"?>
<Relationships xmlns="http://schemas.openxmlformats.org/package/2006/relationships">
  <Relationship Id="rId2" Type="http://schemas.openxmlformats.org/officeDocument/2006/relationships/slide" Target="../slides/slide15.xml" />
  <Relationship Id="rId1" Type="http://schemas.openxmlformats.org/officeDocument/2006/relationships/notesMaster" Target="../notesMasters/notesMaster1.xml" />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SG" sz="1000" dirty="0"/>
          </a:p>
        </p:txBody>
      </p:sp>
      <p:sp>
        <p:nvSpPr>
          <p:cNvPr id="4" name="Slide Number Placeholder 3"/>
          <p:cNvSpPr>
            <a:spLocks noGrp="1"/>
          </p:cNvSpPr>
          <p:nvPr>
            <p:ph type="sldNum" sz="quarter" idx="10"/>
          </p:nvPr>
        </p:nvSpPr>
        <p:spPr/>
        <p:txBody>
          <a:bodyPr/>
          <a:lstStyle/>
          <a:p>
            <a:fld id="{4CCBF115-1E10-4B07-AE5E-F17A79220972}" type="slidenum">
              <a:rPr lang="en-SG" smtClean="0"/>
              <a:t>1</a:t>
            </a:fld>
            <a:endParaRPr lang="en-SG"/>
          </a:p>
        </p:txBody>
      </p:sp>
    </p:spTree>
    <p:extLst>
      <p:ext uri="{BB962C8B-B14F-4D97-AF65-F5344CB8AC3E}">
        <p14:creationId xmlns:p14="http://schemas.microsoft.com/office/powerpoint/2010/main" val="1577949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a:t>
            </a:fld>
            <a:endParaRPr lang="en-US"/>
          </a:p>
        </p:txBody>
      </p:sp>
    </p:spTree>
    <p:extLst>
      <p:ext uri="{BB962C8B-B14F-4D97-AF65-F5344CB8AC3E}">
        <p14:creationId xmlns:p14="http://schemas.microsoft.com/office/powerpoint/2010/main" val="1263980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a:p>
        </p:txBody>
      </p:sp>
    </p:spTree>
    <p:extLst>
      <p:ext uri="{BB962C8B-B14F-4D97-AF65-F5344CB8AC3E}">
        <p14:creationId xmlns:p14="http://schemas.microsoft.com/office/powerpoint/2010/main" val="1503786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a:p>
        </p:txBody>
      </p:sp>
    </p:spTree>
    <p:extLst>
      <p:ext uri="{BB962C8B-B14F-4D97-AF65-F5344CB8AC3E}">
        <p14:creationId xmlns:p14="http://schemas.microsoft.com/office/powerpoint/2010/main" val="688154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a:p>
        </p:txBody>
      </p:sp>
    </p:spTree>
    <p:extLst>
      <p:ext uri="{BB962C8B-B14F-4D97-AF65-F5344CB8AC3E}">
        <p14:creationId xmlns:p14="http://schemas.microsoft.com/office/powerpoint/2010/main" val="2892215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sym typeface="Wingdings" panose="05000000000000000000" pitchFamily="2" charset="2"/>
            </a:endParaRPr>
          </a:p>
          <a:p>
            <a:pPr marL="0" indent="0">
              <a:buFontTx/>
              <a:buNone/>
            </a:pPr>
            <a:endParaRPr lang="en-US" dirty="0">
              <a:sym typeface="Wingdings" panose="05000000000000000000" pitchFamily="2" charset="2"/>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a:p>
        </p:txBody>
      </p:sp>
    </p:spTree>
    <p:extLst>
      <p:ext uri="{BB962C8B-B14F-4D97-AF65-F5344CB8AC3E}">
        <p14:creationId xmlns:p14="http://schemas.microsoft.com/office/powerpoint/2010/main" val="32175015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sym typeface="Wingdings" panose="05000000000000000000" pitchFamily="2" charset="2"/>
            </a:endParaRPr>
          </a:p>
        </p:txBody>
      </p:sp>
      <p:sp>
        <p:nvSpPr>
          <p:cNvPr id="4" name="Slide Number Placeholder 3"/>
          <p:cNvSpPr>
            <a:spLocks noGrp="1"/>
          </p:cNvSpPr>
          <p:nvPr>
            <p:ph type="sldNum" sz="quarter" idx="5"/>
          </p:nvPr>
        </p:nvSpPr>
        <p:spPr/>
        <p:txBody>
          <a:bodyPr/>
          <a:lstStyle/>
          <a:p>
            <a:fld id="{4CCBF115-1E10-4B07-AE5E-F17A79220972}" type="slidenum">
              <a:rPr lang="en-SG" smtClean="0"/>
              <a:t>7</a:t>
            </a:fld>
            <a:endParaRPr lang="en-SG"/>
          </a:p>
        </p:txBody>
      </p:sp>
    </p:spTree>
    <p:extLst>
      <p:ext uri="{BB962C8B-B14F-4D97-AF65-F5344CB8AC3E}">
        <p14:creationId xmlns:p14="http://schemas.microsoft.com/office/powerpoint/2010/main" val="688375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sym typeface="Wingdings" panose="05000000000000000000" pitchFamily="2" charset="2"/>
            </a:endParaRPr>
          </a:p>
        </p:txBody>
      </p:sp>
      <p:sp>
        <p:nvSpPr>
          <p:cNvPr id="4" name="Slide Number Placeholder 3"/>
          <p:cNvSpPr>
            <a:spLocks noGrp="1"/>
          </p:cNvSpPr>
          <p:nvPr>
            <p:ph type="sldNum" sz="quarter" idx="5"/>
          </p:nvPr>
        </p:nvSpPr>
        <p:spPr/>
        <p:txBody>
          <a:bodyPr/>
          <a:lstStyle/>
          <a:p>
            <a:fld id="{4CCBF115-1E10-4B07-AE5E-F17A79220972}" type="slidenum">
              <a:rPr lang="en-SG" smtClean="0"/>
              <a:t>8</a:t>
            </a:fld>
            <a:endParaRPr lang="en-SG"/>
          </a:p>
        </p:txBody>
      </p:sp>
    </p:spTree>
    <p:extLst>
      <p:ext uri="{BB962C8B-B14F-4D97-AF65-F5344CB8AC3E}">
        <p14:creationId xmlns:p14="http://schemas.microsoft.com/office/powerpoint/2010/main" val="4138130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sym typeface="Wingdings" panose="05000000000000000000" pitchFamily="2" charset="2"/>
            </a:endParaRPr>
          </a:p>
        </p:txBody>
      </p:sp>
      <p:sp>
        <p:nvSpPr>
          <p:cNvPr id="4" name="Slide Number Placeholder 3"/>
          <p:cNvSpPr>
            <a:spLocks noGrp="1"/>
          </p:cNvSpPr>
          <p:nvPr>
            <p:ph type="sldNum" sz="quarter" idx="5"/>
          </p:nvPr>
        </p:nvSpPr>
        <p:spPr/>
        <p:txBody>
          <a:bodyPr/>
          <a:lstStyle/>
          <a:p>
            <a:fld id="{4CCBF115-1E10-4B07-AE5E-F17A79220972}" type="slidenum">
              <a:rPr lang="en-SG" smtClean="0"/>
              <a:t>9</a:t>
            </a:fld>
            <a:endParaRPr lang="en-SG"/>
          </a:p>
        </p:txBody>
      </p:sp>
    </p:spTree>
    <p:extLst>
      <p:ext uri="{BB962C8B-B14F-4D97-AF65-F5344CB8AC3E}">
        <p14:creationId xmlns:p14="http://schemas.microsoft.com/office/powerpoint/2010/main" val="466252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98A72-48A7-B2C5-60E8-545917C228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08A40-8D8B-9252-4815-7888EB520D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8EFBE4-A293-06A1-F328-B169A28CB434}"/>
              </a:ext>
            </a:extLst>
          </p:cNvPr>
          <p:cNvSpPr>
            <a:spLocks noGrp="1"/>
          </p:cNvSpPr>
          <p:nvPr>
            <p:ph type="body" idx="1"/>
          </p:nvPr>
        </p:nvSpPr>
        <p:spPr/>
        <p:txBody>
          <a:bodyPr/>
          <a:lstStyle/>
          <a:p>
            <a:endParaRPr lang="en-US" b="1">
              <a:sym typeface="Wingdings" panose="05000000000000000000" pitchFamily="2" charset="2"/>
            </a:endParaRPr>
          </a:p>
        </p:txBody>
      </p:sp>
      <p:sp>
        <p:nvSpPr>
          <p:cNvPr id="4" name="Slide Number Placeholder 3">
            <a:extLst>
              <a:ext uri="{FF2B5EF4-FFF2-40B4-BE49-F238E27FC236}">
                <a16:creationId xmlns:a16="http://schemas.microsoft.com/office/drawing/2014/main" id="{CBD9B8DD-52F2-F5CB-772E-BE1144E8DCF9}"/>
              </a:ext>
            </a:extLst>
          </p:cNvPr>
          <p:cNvSpPr>
            <a:spLocks noGrp="1"/>
          </p:cNvSpPr>
          <p:nvPr>
            <p:ph type="sldNum" sz="quarter" idx="5"/>
          </p:nvPr>
        </p:nvSpPr>
        <p:spPr/>
        <p:txBody>
          <a:bodyPr/>
          <a:lstStyle/>
          <a:p>
            <a:fld id="{4CCBF115-1E10-4B07-AE5E-F17A79220972}" type="slidenum">
              <a:rPr lang="en-SG" smtClean="0"/>
              <a:t>10</a:t>
            </a:fld>
            <a:endParaRPr lang="en-SG"/>
          </a:p>
        </p:txBody>
      </p:sp>
    </p:spTree>
    <p:extLst>
      <p:ext uri="{BB962C8B-B14F-4D97-AF65-F5344CB8AC3E}">
        <p14:creationId xmlns:p14="http://schemas.microsoft.com/office/powerpoint/2010/main" val="1584884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sym typeface="Wingdings" panose="05000000000000000000" pitchFamily="2" charset="2"/>
            </a:endParaRPr>
          </a:p>
        </p:txBody>
      </p:sp>
      <p:sp>
        <p:nvSpPr>
          <p:cNvPr id="4" name="Slide Number Placeholder 3"/>
          <p:cNvSpPr>
            <a:spLocks noGrp="1"/>
          </p:cNvSpPr>
          <p:nvPr>
            <p:ph type="sldNum" sz="quarter" idx="5"/>
          </p:nvPr>
        </p:nvSpPr>
        <p:spPr/>
        <p:txBody>
          <a:bodyPr/>
          <a:lstStyle/>
          <a:p>
            <a:fld id="{4CCBF115-1E10-4B07-AE5E-F17A79220972}" type="slidenum">
              <a:rPr lang="en-SG" smtClean="0"/>
              <a:t>11</a:t>
            </a:fld>
            <a:endParaRPr lang="en-SG"/>
          </a:p>
        </p:txBody>
      </p:sp>
    </p:spTree>
    <p:extLst>
      <p:ext uri="{BB962C8B-B14F-4D97-AF65-F5344CB8AC3E}">
        <p14:creationId xmlns:p14="http://schemas.microsoft.com/office/powerpoint/2010/main" val="37676894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CCBF115-1E10-4B07-AE5E-F17A79220972}" type="slidenum">
              <a:rPr lang="en-SG" smtClean="0"/>
              <a:t>12</a:t>
            </a:fld>
            <a:endParaRPr lang="en-SG"/>
          </a:p>
        </p:txBody>
      </p:sp>
    </p:spTree>
    <p:extLst>
      <p:ext uri="{BB962C8B-B14F-4D97-AF65-F5344CB8AC3E}">
        <p14:creationId xmlns:p14="http://schemas.microsoft.com/office/powerpoint/2010/main" val="9981280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CCBF115-1E10-4B07-AE5E-F17A79220972}" type="slidenum">
              <a:rPr lang="en-SG" smtClean="0"/>
              <a:t>13</a:t>
            </a:fld>
            <a:endParaRPr lang="en-SG"/>
          </a:p>
        </p:txBody>
      </p:sp>
    </p:spTree>
    <p:extLst>
      <p:ext uri="{BB962C8B-B14F-4D97-AF65-F5344CB8AC3E}">
        <p14:creationId xmlns:p14="http://schemas.microsoft.com/office/powerpoint/2010/main" val="12828286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a:p>
        </p:txBody>
      </p:sp>
    </p:spTree>
    <p:extLst>
      <p:ext uri="{BB962C8B-B14F-4D97-AF65-F5344CB8AC3E}">
        <p14:creationId xmlns:p14="http://schemas.microsoft.com/office/powerpoint/2010/main" val="11322701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CCBF115-1E10-4B07-AE5E-F17A79220972}" type="slidenum">
              <a:rPr lang="en-SG" smtClean="0"/>
              <a:t>15</a:t>
            </a:fld>
            <a:endParaRPr lang="en-SG"/>
          </a:p>
        </p:txBody>
      </p:sp>
    </p:spTree>
    <p:extLst>
      <p:ext uri="{BB962C8B-B14F-4D97-AF65-F5344CB8AC3E}">
        <p14:creationId xmlns:p14="http://schemas.microsoft.com/office/powerpoint/2010/main" val="2989218019"/>
      </p:ext>
    </p:extLst>
  </p:cSld>
  <p:clrMapOvr>
    <a:masterClrMapping/>
  </p:clrMapOvr>
</p:notes>
</file>

<file path=ppt/slideLayouts/_rels/slideLayout1.xml.rels>&#65279;<?xml version="1.0" encoding="utf-8" standalone="yes"?>
<Relationships xmlns="http://schemas.openxmlformats.org/package/2006/relationships">
  <Relationship Id="rId1" Type="http://schemas.openxmlformats.org/officeDocument/2006/relationships/slideMaster" Target="../slideMasters/slideMaster1.xml" />
</Relationships>
</file>

<file path=ppt/slideLayouts/_rels/slideLayout2.xml.rels>&#65279;<?xml version="1.0" encoding="utf-8" standalone="yes"?>
<Relationships xmlns="http://schemas.openxmlformats.org/package/2006/relationships">
  <Relationship Id="rId1" Type="http://schemas.openxmlformats.org/officeDocument/2006/relationships/slideMaster" Target="../slideMasters/slideMaster1.xml" />
</Relationships>
</file>

<file path=ppt/slideLayouts/_rels/slideLayout3.xml.rels>&#65279;<?xml version="1.0" encoding="utf-8" standalone="yes"?>
<Relationships xmlns="http://schemas.openxmlformats.org/package/2006/relationships">
  <Relationship Id="rId1" Type="http://schemas.openxmlformats.org/officeDocument/2006/relationships/slideMaster" Target="../slideMasters/slideMaster1.xml" />
</Relationships>
</file>

<file path=ppt/slideLayouts/_rels/slideLayout4.xml.rels>&#65279;<?xml version="1.0" encoding="utf-8" standalone="yes"?>
<Relationships xmlns="http://schemas.openxmlformats.org/package/2006/relationships">
  <Relationship Id="rId1" Type="http://schemas.openxmlformats.org/officeDocument/2006/relationships/slideMaster" Target="../slideMasters/slideMaster1.xml" />
</Relationships>
</file>

<file path=ppt/slideLayouts/_rels/slideLayout5.xml.rels>&#65279;<?xml version="1.0" encoding="utf-8" standalone="yes"?>
<Relationships xmlns="http://schemas.openxmlformats.org/package/2006/relationships">
  <Relationship Id="rId1" Type="http://schemas.openxmlformats.org/officeDocument/2006/relationships/slideMaster" Target="../slideMasters/slideMaster1.xml" />
</Relationships>
</file>

<file path=ppt/slideLayouts/_rels/slideLayout6.xml.rels>&#65279;<?xml version="1.0" encoding="utf-8" standalone="yes"?>
<Relationships xmlns="http://schemas.openxmlformats.org/package/2006/relationships">
  <Relationship Id="rId1" Type="http://schemas.openxmlformats.org/officeDocument/2006/relationships/slideMaster" Target="../slideMasters/slideMaster1.xml" />
</Relationships>
</file>

<file path=ppt/slideLayouts/_rels/slideLayout7.xml.rels>&#65279;<?xml version="1.0" encoding="utf-8" standalone="yes"?>
<Relationships xmlns="http://schemas.openxmlformats.org/package/2006/relationships">
  <Relationship Id="rId1" Type="http://schemas.openxmlformats.org/officeDocument/2006/relationships/slideMaster" Target="../slideMasters/slideMaster1.xml" />
</Relationships>
</file>

<file path=ppt/slideLayouts/_rels/slideLayout8.xml.rels>&#65279;<?xml version="1.0" encoding="utf-8" standalone="yes"?>
<Relationships xmlns="http://schemas.openxmlformats.org/package/2006/relationships">
  <Relationship Id="rId1" Type="http://schemas.openxmlformats.org/officeDocument/2006/relationships/slideMaster" Target="../slideMasters/slideMaster1.xml" />
</Relationships>
</file>

<file path=ppt/slideLayouts/_rels/slideLayout9.xml.rels>&#65279;<?xml version="1.0" encoding="utf-8" standalone="yes"?>
<Relationships xmlns="http://schemas.openxmlformats.org/package/2006/relationships">
  <Relationship Id="rId1" Type="http://schemas.openxmlformats.org/officeDocument/2006/relationships/slideMaster" Target="../slideMasters/slideMaster1.xml" />
</Relationships>
</file>

<file path=ppt/slideLayouts/_rels/slideLayout10.xml.rels>&#65279;<?xml version="1.0" encoding="utf-8" standalone="yes"?>
<Relationships xmlns="http://schemas.openxmlformats.org/package/2006/relationships">
  <Relationship Id="rId1" Type="http://schemas.openxmlformats.org/officeDocument/2006/relationships/slideMaster" Target="../slideMasters/slideMaster1.xml" />
</Relationships>
</file>

<file path=ppt/slideLayouts/_rels/slideLayout11.xml.rels>&#65279;<?xml version="1.0" encoding="utf-8" standalone="yes"?>
<Relationships xmlns="http://schemas.openxmlformats.org/package/2006/relationships">
  <Relationship Id="rId1" Type="http://schemas.openxmlformats.org/officeDocument/2006/relationships/slideMaster" Target="../slideMasters/slideMaster1.xml" />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p:cNvSpPr>
            <a:spLocks noGrp="1"/>
          </p:cNvSpPr>
          <p:nvPr>
            <p:ph type="dt" sz="half" idx="10"/>
          </p:nvPr>
        </p:nvSpPr>
        <p:spPr/>
        <p:txBody>
          <a:bodyPr/>
          <a:lstStyle/>
          <a:p>
            <a:fld id="{B4B2E421-5E13-4772-A170-DF946FE92F43}" type="datetimeFigureOut">
              <a:rPr lang="en-SG" smtClean="0"/>
              <a:t>29/01/2026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2238053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B4B2E421-5E13-4772-A170-DF946FE92F43}" type="datetimeFigureOut">
              <a:rPr lang="en-SG" smtClean="0"/>
              <a:t>29/01/2026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1371206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4B2E421-5E13-4772-A170-DF946FE92F43}" type="datetimeFigureOut">
              <a:rPr lang="en-SG" smtClean="0"/>
              <a:t>29/01/2026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780062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p:cNvSpPr>
            <a:spLocks noGrp="1"/>
          </p:cNvSpPr>
          <p:nvPr>
            <p:ph type="dt" sz="half" idx="10"/>
          </p:nvPr>
        </p:nvSpPr>
        <p:spPr/>
        <p:txBody>
          <a:bodyPr/>
          <a:lstStyle/>
          <a:p>
            <a:fld id="{B4B2E421-5E13-4772-A170-DF946FE92F43}" type="datetimeFigureOut">
              <a:rPr lang="en-SG" smtClean="0"/>
              <a:t>29/01/2026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112809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p:cNvSpPr>
            <a:spLocks noGrp="1"/>
          </p:cNvSpPr>
          <p:nvPr>
            <p:ph type="dt" sz="half" idx="10"/>
          </p:nvPr>
        </p:nvSpPr>
        <p:spPr/>
        <p:txBody>
          <a:bodyPr/>
          <a:lstStyle/>
          <a:p>
            <a:fld id="{B4B2E421-5E13-4772-A170-DF946FE92F43}" type="datetimeFigureOut">
              <a:rPr lang="en-SG" smtClean="0"/>
              <a:t>29/01/2026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1369485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p:txBody>
          <a:bodyPr/>
          <a:lstStyle/>
          <a:p>
            <a:fld id="{B4B2E421-5E13-4772-A170-DF946FE92F43}" type="datetimeFigureOut">
              <a:rPr lang="en-SG" smtClean="0"/>
              <a:t>29/01/2026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3366713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B2E421-5E13-4772-A170-DF946FE92F43}" type="datetimeFigureOut">
              <a:rPr lang="en-SG" smtClean="0"/>
              <a:t>29/01/2026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2083692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4B2E421-5E13-4772-A170-DF946FE92F43}" type="datetimeFigureOut">
              <a:rPr lang="en-SG" smtClean="0"/>
              <a:t>29/01/2026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1461958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4B2E421-5E13-4772-A170-DF946FE92F43}" type="datetimeFigureOut">
              <a:rPr lang="en-SG" smtClean="0"/>
              <a:t>29/01/2026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3969636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B4B2E421-5E13-4772-A170-DF946FE92F43}" type="datetimeFigureOut">
              <a:rPr lang="en-SG" smtClean="0"/>
              <a:t>29/01/2026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2716087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B4B2E421-5E13-4772-A170-DF946FE92F43}" type="datetimeFigureOut">
              <a:rPr lang="en-SG" smtClean="0"/>
              <a:t>29/01/2026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3439471427"/>
      </p:ext>
    </p:extLst>
  </p:cSld>
  <p:clrMapOvr>
    <a:masterClrMapping/>
  </p:clrMapOvr>
</p:sldLayout>
</file>

<file path=ppt/slideMasters/_rels/slideMaster1.xml.rels>&#65279;<?xml version="1.0" encoding="utf-8" standalone="yes"?>
<Relationships xmlns="http://schemas.openxmlformats.org/package/2006/relationships">
  <Relationship Id="rId8" Type="http://schemas.openxmlformats.org/officeDocument/2006/relationships/slideLayout" Target="../slideLayouts/slideLayout8.xml" />
  <Relationship Id="rId3" Type="http://schemas.openxmlformats.org/officeDocument/2006/relationships/slideLayout" Target="../slideLayouts/slideLayout3.xml" />
  <Relationship Id="rId7" Type="http://schemas.openxmlformats.org/officeDocument/2006/relationships/slideLayout" Target="../slideLayouts/slideLayout7.xml" />
  <Relationship Id="rId12" Type="http://schemas.openxmlformats.org/officeDocument/2006/relationships/theme" Target="../theme/theme1.xml" />
  <Relationship Id="rId2" Type="http://schemas.openxmlformats.org/officeDocument/2006/relationships/slideLayout" Target="../slideLayouts/slideLayout2.xml" />
  <Relationship Id="rId1" Type="http://schemas.openxmlformats.org/officeDocument/2006/relationships/slideLayout" Target="../slideLayouts/slideLayout1.xml" />
  <Relationship Id="rId6" Type="http://schemas.openxmlformats.org/officeDocument/2006/relationships/slideLayout" Target="../slideLayouts/slideLayout6.xml" />
  <Relationship Id="rId11" Type="http://schemas.openxmlformats.org/officeDocument/2006/relationships/slideLayout" Target="../slideLayouts/slideLayout11.xml" />
  <Relationship Id="rId5" Type="http://schemas.openxmlformats.org/officeDocument/2006/relationships/slideLayout" Target="../slideLayouts/slideLayout5.xml" />
  <Relationship Id="rId10" Type="http://schemas.openxmlformats.org/officeDocument/2006/relationships/slideLayout" Target="../slideLayouts/slideLayout10.xml" />
  <Relationship Id="rId4" Type="http://schemas.openxmlformats.org/officeDocument/2006/relationships/slideLayout" Target="../slideLayouts/slideLayout4.xml" />
  <Relationship Id="rId9" Type="http://schemas.openxmlformats.org/officeDocument/2006/relationships/slideLayout" Target="../slideLayouts/slideLayout9.xml" />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B2E421-5E13-4772-A170-DF946FE92F43}" type="datetimeFigureOut">
              <a:rPr lang="en-SG" smtClean="0"/>
              <a:t>29/01/2026</a:t>
            </a:fld>
            <a:endParaRPr lang="en-S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8243A2-386C-46AC-BE6D-B9A356F57BF7}" type="slidenum">
              <a:rPr lang="en-SG" smtClean="0"/>
              <a:t>‹#›</a:t>
            </a:fld>
            <a:endParaRPr lang="en-SG"/>
          </a:p>
        </p:txBody>
      </p:sp>
    </p:spTree>
    <p:extLst>
      <p:ext uri="{BB962C8B-B14F-4D97-AF65-F5344CB8AC3E}">
        <p14:creationId xmlns:p14="http://schemas.microsoft.com/office/powerpoint/2010/main" val="31201425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
<Relationships xmlns="http://schemas.openxmlformats.org/package/2006/relationships">
  <Relationship Id="rId8" Type="http://schemas.openxmlformats.org/officeDocument/2006/relationships/image" Target="../media/image6.png" />
  <Relationship Id="rId3" Type="http://schemas.openxmlformats.org/officeDocument/2006/relationships/image" Target="../media/image1.png" />
  <Relationship Id="rId7" Type="http://schemas.openxmlformats.org/officeDocument/2006/relationships/image" Target="../media/image5.png" />
  <Relationship Id="rId2" Type="http://schemas.openxmlformats.org/officeDocument/2006/relationships/notesSlide" Target="../notesSlides/notesSlide1.xml" />
  <Relationship Id="rId1" Type="http://schemas.openxmlformats.org/officeDocument/2006/relationships/slideLayout" Target="../slideLayouts/slideLayout1.xml" />
  <Relationship Id="rId6" Type="http://schemas.openxmlformats.org/officeDocument/2006/relationships/image" Target="../media/image4.png" />
  <Relationship Id="rId5" Type="http://schemas.openxmlformats.org/officeDocument/2006/relationships/image" Target="../media/image3.png" />
  <Relationship Id="rId4" Type="http://schemas.openxmlformats.org/officeDocument/2006/relationships/image" Target="../media/image2.png" />
  <Relationship Id="rId9" Type="http://schemas.openxmlformats.org/officeDocument/2006/relationships/image" Target="../media/image7.png" />
</Relationships>
</file>

<file path=ppt/slides/_rels/slide2.xml.rels>&#65279;<?xml version="1.0" encoding="utf-8" standalone="yes"?>
<Relationships xmlns="http://schemas.openxmlformats.org/package/2006/relationships">
  <Relationship Id="rId3" Type="http://schemas.openxmlformats.org/officeDocument/2006/relationships/image" Target="../media/image8.png" />
  <Relationship Id="rId2" Type="http://schemas.openxmlformats.org/officeDocument/2006/relationships/notesSlide" Target="../notesSlides/notesSlide2.xml" />
  <Relationship Id="rId1" Type="http://schemas.openxmlformats.org/officeDocument/2006/relationships/slideLayout" Target="../slideLayouts/slideLayout6.xml" />
</Relationships>
</file>

<file path=ppt/slides/_rels/slide3.xml.rels>&#65279;<?xml version="1.0" encoding="utf-8" standalone="yes"?>
<Relationships xmlns="http://schemas.openxmlformats.org/package/2006/relationships">
  <Relationship Id="rId3" Type="http://schemas.openxmlformats.org/officeDocument/2006/relationships/image" Target="../media/image9.png" />
  <Relationship Id="rId2" Type="http://schemas.openxmlformats.org/officeDocument/2006/relationships/notesSlide" Target="../notesSlides/notesSlide3.xml" />
  <Relationship Id="rId1" Type="http://schemas.openxmlformats.org/officeDocument/2006/relationships/slideLayout" Target="../slideLayouts/slideLayout6.xml" />
  <Relationship Id="rId4" Type="http://schemas.openxmlformats.org/officeDocument/2006/relationships/image" Target="../media/image10.png" />
</Relationships>
</file>

<file path=ppt/slides/_rels/slide4.xml.rels>&#65279;<?xml version="1.0" encoding="utf-8" standalone="yes"?>
<Relationships xmlns="http://schemas.openxmlformats.org/package/2006/relationships">
  <Relationship Id="rId3" Type="http://schemas.openxmlformats.org/officeDocument/2006/relationships/chart" Target="../charts/chart1.xml" />
  <Relationship Id="rId2" Type="http://schemas.openxmlformats.org/officeDocument/2006/relationships/notesSlide" Target="../notesSlides/notesSlide4.xml" />
  <Relationship Id="rId1" Type="http://schemas.openxmlformats.org/officeDocument/2006/relationships/slideLayout" Target="../slideLayouts/slideLayout6.xml" />
  <Relationship Id="rId4" Type="http://schemas.openxmlformats.org/officeDocument/2006/relationships/image" Target="../media/image11.png" />
</Relationships>
</file>

<file path=ppt/slides/_rels/slide5.xml.rels>&#65279;<?xml version="1.0" encoding="utf-8" standalone="yes"?>
<Relationships xmlns="http://schemas.openxmlformats.org/package/2006/relationships">
  <Relationship Id="rId2" Type="http://schemas.openxmlformats.org/officeDocument/2006/relationships/notesSlide" Target="../notesSlides/notesSlide5.xml" />
  <Relationship Id="rId1" Type="http://schemas.openxmlformats.org/officeDocument/2006/relationships/slideLayout" Target="../slideLayouts/slideLayout6.xml" />
</Relationships>
</file>

<file path=ppt/slides/_rels/slide6.xml.rels>&#65279;<?xml version="1.0" encoding="utf-8" standalone="yes"?>
<Relationships xmlns="http://schemas.openxmlformats.org/package/2006/relationships">
  <Relationship Id="rId2" Type="http://schemas.openxmlformats.org/officeDocument/2006/relationships/notesSlide" Target="../notesSlides/notesSlide6.xml" />
  <Relationship Id="rId1" Type="http://schemas.openxmlformats.org/officeDocument/2006/relationships/slideLayout" Target="../slideLayouts/slideLayout6.xml" />
</Relationships>
</file>

<file path=ppt/slides/_rels/slide7.xml.rels>&#65279;<?xml version="1.0" encoding="utf-8" standalone="yes"?>
<Relationships xmlns="http://schemas.openxmlformats.org/package/2006/relationships">
  <Relationship Id="rId2" Type="http://schemas.openxmlformats.org/officeDocument/2006/relationships/notesSlide" Target="../notesSlides/notesSlide7.xml" />
  <Relationship Id="rId1" Type="http://schemas.openxmlformats.org/officeDocument/2006/relationships/slideLayout" Target="../slideLayouts/slideLayout2.xml" />
</Relationships>
</file>

<file path=ppt/slides/_rels/slide8.xml.rels>&#65279;<?xml version="1.0" encoding="utf-8" standalone="yes"?>
<Relationships xmlns="http://schemas.openxmlformats.org/package/2006/relationships">
  <Relationship Id="rId3" Type="http://schemas.openxmlformats.org/officeDocument/2006/relationships/diagramData" Target="../diagrams/data1.xml" />
  <Relationship Id="rId7" Type="http://schemas.microsoft.com/office/2007/relationships/diagramDrawing" Target="../diagrams/drawing1.xml" />
  <Relationship Id="rId2" Type="http://schemas.openxmlformats.org/officeDocument/2006/relationships/notesSlide" Target="../notesSlides/notesSlide8.xml" />
  <Relationship Id="rId1" Type="http://schemas.openxmlformats.org/officeDocument/2006/relationships/slideLayout" Target="../slideLayouts/slideLayout2.xml" />
  <Relationship Id="rId6" Type="http://schemas.openxmlformats.org/officeDocument/2006/relationships/diagramColors" Target="../diagrams/colors1.xml" />
  <Relationship Id="rId5" Type="http://schemas.openxmlformats.org/officeDocument/2006/relationships/diagramQuickStyle" Target="../diagrams/quickStyle1.xml" />
  <Relationship Id="rId4" Type="http://schemas.openxmlformats.org/officeDocument/2006/relationships/diagramLayout" Target="../diagrams/layout1.xml" />
</Relationships>
</file>

<file path=ppt/slides/_rels/slide9.xml.rels>&#65279;<?xml version="1.0" encoding="utf-8" standalone="yes"?>
<Relationships xmlns="http://schemas.openxmlformats.org/package/2006/relationships">
  <Relationship Id="rId3" Type="http://schemas.openxmlformats.org/officeDocument/2006/relationships/diagramData" Target="../diagrams/data2.xml" />
  <Relationship Id="rId7" Type="http://schemas.microsoft.com/office/2007/relationships/diagramDrawing" Target="../diagrams/drawing2.xml" />
  <Relationship Id="rId2" Type="http://schemas.openxmlformats.org/officeDocument/2006/relationships/notesSlide" Target="../notesSlides/notesSlide9.xml" />
  <Relationship Id="rId1" Type="http://schemas.openxmlformats.org/officeDocument/2006/relationships/slideLayout" Target="../slideLayouts/slideLayout2.xml" />
  <Relationship Id="rId6" Type="http://schemas.openxmlformats.org/officeDocument/2006/relationships/diagramColors" Target="../diagrams/colors2.xml" />
  <Relationship Id="rId5" Type="http://schemas.openxmlformats.org/officeDocument/2006/relationships/diagramQuickStyle" Target="../diagrams/quickStyle2.xml" />
  <Relationship Id="rId4" Type="http://schemas.openxmlformats.org/officeDocument/2006/relationships/diagramLayout" Target="../diagrams/layout2.xml" />
</Relationships>
</file>

<file path=ppt/slides/_rels/slide10.xml.rels>&#65279;<?xml version="1.0" encoding="utf-8" standalone="yes"?>
<Relationships xmlns="http://schemas.openxmlformats.org/package/2006/relationships">
  <Relationship Id="rId3" Type="http://schemas.openxmlformats.org/officeDocument/2006/relationships/diagramData" Target="../diagrams/data3.xml" />
  <Relationship Id="rId7" Type="http://schemas.microsoft.com/office/2007/relationships/diagramDrawing" Target="../diagrams/drawing3.xml" />
  <Relationship Id="rId2" Type="http://schemas.openxmlformats.org/officeDocument/2006/relationships/notesSlide" Target="../notesSlides/notesSlide10.xml" />
  <Relationship Id="rId1" Type="http://schemas.openxmlformats.org/officeDocument/2006/relationships/slideLayout" Target="../slideLayouts/slideLayout2.xml" />
  <Relationship Id="rId6" Type="http://schemas.openxmlformats.org/officeDocument/2006/relationships/diagramColors" Target="../diagrams/colors3.xml" />
  <Relationship Id="rId5" Type="http://schemas.openxmlformats.org/officeDocument/2006/relationships/diagramQuickStyle" Target="../diagrams/quickStyle3.xml" />
  <Relationship Id="rId4" Type="http://schemas.openxmlformats.org/officeDocument/2006/relationships/diagramLayout" Target="../diagrams/layout3.xml" />
</Relationships>
</file>

<file path=ppt/slides/_rels/slide11.xml.rels>&#65279;<?xml version="1.0" encoding="utf-8" standalone="yes"?>
<Relationships xmlns="http://schemas.openxmlformats.org/package/2006/relationships">
  <Relationship Id="rId3" Type="http://schemas.openxmlformats.org/officeDocument/2006/relationships/diagramData" Target="../diagrams/data4.xml" />
  <Relationship Id="rId7" Type="http://schemas.microsoft.com/office/2007/relationships/diagramDrawing" Target="../diagrams/drawing4.xml" />
  <Relationship Id="rId2" Type="http://schemas.openxmlformats.org/officeDocument/2006/relationships/notesSlide" Target="../notesSlides/notesSlide11.xml" />
  <Relationship Id="rId1" Type="http://schemas.openxmlformats.org/officeDocument/2006/relationships/slideLayout" Target="../slideLayouts/slideLayout2.xml" />
  <Relationship Id="rId6" Type="http://schemas.openxmlformats.org/officeDocument/2006/relationships/diagramColors" Target="../diagrams/colors4.xml" />
  <Relationship Id="rId5" Type="http://schemas.openxmlformats.org/officeDocument/2006/relationships/diagramQuickStyle" Target="../diagrams/quickStyle4.xml" />
  <Relationship Id="rId4" Type="http://schemas.openxmlformats.org/officeDocument/2006/relationships/diagramLayout" Target="../diagrams/layout4.xml" />
</Relationships>
</file>

<file path=ppt/slides/_rels/slide12.xml.rels>&#65279;<?xml version="1.0" encoding="utf-8" standalone="yes"?>
<Relationships xmlns="http://schemas.openxmlformats.org/package/2006/relationships">
  <Relationship Id="rId8" Type="http://schemas.openxmlformats.org/officeDocument/2006/relationships/image" Target="../media/image15.png" />
  <Relationship Id="rId3" Type="http://schemas.openxmlformats.org/officeDocument/2006/relationships/chart" Target="../charts/chart2.xml" />
  <Relationship Id="rId7" Type="http://schemas.openxmlformats.org/officeDocument/2006/relationships/image" Target="../media/image11.png" />
  <Relationship Id="rId2" Type="http://schemas.openxmlformats.org/officeDocument/2006/relationships/notesSlide" Target="../notesSlides/notesSlide12.xml" />
  <Relationship Id="rId1" Type="http://schemas.openxmlformats.org/officeDocument/2006/relationships/slideLayout" Target="../slideLayouts/slideLayout6.xml" />
  <Relationship Id="rId6" Type="http://schemas.openxmlformats.org/officeDocument/2006/relationships/image" Target="../media/image14.png" />
  <Relationship Id="rId5" Type="http://schemas.openxmlformats.org/officeDocument/2006/relationships/image" Target="../media/image13.png" />
  <Relationship Id="rId4" Type="http://schemas.openxmlformats.org/officeDocument/2006/relationships/image" Target="../media/image12.png" />
</Relationships>
</file>

<file path=ppt/slides/_rels/slide13.xml.rels>&#65279;<?xml version="1.0" encoding="utf-8" standalone="yes"?>
<Relationships xmlns="http://schemas.openxmlformats.org/package/2006/relationships">
  <Relationship Id="rId2" Type="http://schemas.openxmlformats.org/officeDocument/2006/relationships/notesSlide" Target="../notesSlides/notesSlide13.xml" />
  <Relationship Id="rId1" Type="http://schemas.openxmlformats.org/officeDocument/2006/relationships/slideLayout" Target="../slideLayouts/slideLayout6.xml" />
</Relationships>
</file>

<file path=ppt/slides/_rels/slide14.xml.rels>&#65279;<?xml version="1.0" encoding="utf-8" standalone="yes"?>
<Relationships xmlns="http://schemas.openxmlformats.org/package/2006/relationships">
  <Relationship Id="rId2" Type="http://schemas.openxmlformats.org/officeDocument/2006/relationships/notesSlide" Target="../notesSlides/notesSlide14.xml" />
  <Relationship Id="rId1" Type="http://schemas.openxmlformats.org/officeDocument/2006/relationships/slideLayout" Target="../slideLayouts/slideLayout6.xml" />
</Relationships>
</file>

<file path=ppt/slides/_rels/slide15.xml.rels>&#65279;<?xml version="1.0" encoding="utf-8" standalone="yes"?>
<Relationships xmlns="http://schemas.openxmlformats.org/package/2006/relationships">
  <Relationship Id="rId2" Type="http://schemas.openxmlformats.org/officeDocument/2006/relationships/notesSlide" Target="../notesSlides/notesSlide15.xml" />
  <Relationship Id="rId1" Type="http://schemas.openxmlformats.org/officeDocument/2006/relationships/slideLayout" Target="../slideLayouts/slideLayout6.xml" />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a:fillRect/>
          </a:stretch>
        </p:blipFill>
        <p:spPr>
          <a:xfrm>
            <a:off x="8438606" y="35233"/>
            <a:ext cx="3680863" cy="614904"/>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3441983640"/>
              </p:ext>
            </p:extLst>
          </p:nvPr>
        </p:nvGraphicFramePr>
        <p:xfrm>
          <a:off x="0" y="1742622"/>
          <a:ext cx="12192000" cy="5115378"/>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74553499"/>
                    </a:ext>
                  </a:extLst>
                </a:gridCol>
                <a:gridCol w="4064000">
                  <a:extLst>
                    <a:ext uri="{9D8B030D-6E8A-4147-A177-3AD203B41FA5}">
                      <a16:colId xmlns:a16="http://schemas.microsoft.com/office/drawing/2014/main" val="619354864"/>
                    </a:ext>
                  </a:extLst>
                </a:gridCol>
                <a:gridCol w="4064000">
                  <a:extLst>
                    <a:ext uri="{9D8B030D-6E8A-4147-A177-3AD203B41FA5}">
                      <a16:colId xmlns:a16="http://schemas.microsoft.com/office/drawing/2014/main" val="2200718166"/>
                    </a:ext>
                  </a:extLst>
                </a:gridCol>
              </a:tblGrid>
              <a:tr h="2557689">
                <a:tc>
                  <a:txBody>
                    <a:bodyPr/>
                    <a:lstStyle/>
                    <a:p>
                      <a:endParaRPr lang="en-SG"/>
                    </a:p>
                  </a:txBody>
                  <a:tcPr/>
                </a:tc>
                <a:tc>
                  <a:txBody>
                    <a:bodyPr/>
                    <a:lstStyle/>
                    <a:p>
                      <a:endParaRPr lang="en-SG"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dirty="0"/>
                    </a:p>
                  </a:txBody>
                  <a:tcPr/>
                </a:tc>
                <a:extLst>
                  <a:ext uri="{0D108BD9-81ED-4DB2-BD59-A6C34878D82A}">
                    <a16:rowId xmlns:a16="http://schemas.microsoft.com/office/drawing/2014/main" val="1851914671"/>
                  </a:ext>
                </a:extLst>
              </a:tr>
              <a:tr h="2557689">
                <a:tc>
                  <a:txBody>
                    <a:bodyPr/>
                    <a:lstStyle/>
                    <a:p>
                      <a:endParaRPr lang="en-SG"/>
                    </a:p>
                  </a:txBody>
                  <a:tcPr/>
                </a:tc>
                <a:tc>
                  <a:txBody>
                    <a:bodyPr/>
                    <a:lstStyle/>
                    <a:p>
                      <a:endParaRPr lang="en-SG" dirty="0"/>
                    </a:p>
                  </a:txBody>
                  <a:tcPr/>
                </a:tc>
                <a:tc>
                  <a:txBody>
                    <a:bodyPr/>
                    <a:lstStyle/>
                    <a:p>
                      <a:endParaRPr lang="en-SG" dirty="0"/>
                    </a:p>
                  </a:txBody>
                  <a:tcPr/>
                </a:tc>
                <a:extLst>
                  <a:ext uri="{0D108BD9-81ED-4DB2-BD59-A6C34878D82A}">
                    <a16:rowId xmlns:a16="http://schemas.microsoft.com/office/drawing/2014/main" val="133553880"/>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551563925"/>
              </p:ext>
            </p:extLst>
          </p:nvPr>
        </p:nvGraphicFramePr>
        <p:xfrm>
          <a:off x="15278" y="624735"/>
          <a:ext cx="12163659" cy="1097280"/>
        </p:xfrm>
        <a:graphic>
          <a:graphicData uri="http://schemas.openxmlformats.org/drawingml/2006/table">
            <a:tbl>
              <a:tblPr firstRow="1" bandRow="1">
                <a:tableStyleId>{5940675A-B579-460E-94D1-54222C63F5DA}</a:tableStyleId>
              </a:tblPr>
              <a:tblGrid>
                <a:gridCol w="5970655">
                  <a:extLst>
                    <a:ext uri="{9D8B030D-6E8A-4147-A177-3AD203B41FA5}">
                      <a16:colId xmlns:a16="http://schemas.microsoft.com/office/drawing/2014/main" val="1457126925"/>
                    </a:ext>
                  </a:extLst>
                </a:gridCol>
                <a:gridCol w="2138451">
                  <a:extLst>
                    <a:ext uri="{9D8B030D-6E8A-4147-A177-3AD203B41FA5}">
                      <a16:colId xmlns:a16="http://schemas.microsoft.com/office/drawing/2014/main" val="3499035912"/>
                    </a:ext>
                  </a:extLst>
                </a:gridCol>
                <a:gridCol w="4054553">
                  <a:extLst>
                    <a:ext uri="{9D8B030D-6E8A-4147-A177-3AD203B41FA5}">
                      <a16:colId xmlns:a16="http://schemas.microsoft.com/office/drawing/2014/main" val="1434111927"/>
                    </a:ext>
                  </a:extLst>
                </a:gridCol>
              </a:tblGrid>
              <a:tr h="0">
                <a:tc gridSpan="3">
                  <a:txBody>
                    <a:bodyPr/>
                    <a:lstStyle/>
                    <a:p>
                      <a:r>
                        <a:rPr lang="en-SG" sz="1200" dirty="0"/>
                        <a:t>SWIPE: Streamlined Workflow to improve Physiotherapy ED Activation</a:t>
                      </a:r>
                    </a:p>
                  </a:txBody>
                  <a:tcPr/>
                </a:tc>
                <a:tc hMerge="1">
                  <a:txBody>
                    <a:bodyPr/>
                    <a:lstStyle/>
                    <a:p>
                      <a:endParaRPr lang="en-SG" sz="1400"/>
                    </a:p>
                  </a:txBody>
                  <a:tcPr/>
                </a:tc>
                <a:tc hMerge="1">
                  <a:txBody>
                    <a:bodyPr/>
                    <a:lstStyle/>
                    <a:p>
                      <a:endParaRPr lang="en-SG" sz="1400"/>
                    </a:p>
                  </a:txBody>
                  <a:tcPr/>
                </a:tc>
                <a:extLst>
                  <a:ext uri="{0D108BD9-81ED-4DB2-BD59-A6C34878D82A}">
                    <a16:rowId xmlns:a16="http://schemas.microsoft.com/office/drawing/2014/main" val="2563717765"/>
                  </a:ext>
                </a:extLst>
              </a:tr>
              <a:tr h="0">
                <a:tc>
                  <a:txBody>
                    <a:bodyPr/>
                    <a:lstStyle/>
                    <a:p>
                      <a:r>
                        <a:rPr lang="en-US" sz="1200" dirty="0"/>
                        <a:t>Department: Nursing and Rehabilitation</a:t>
                      </a:r>
                      <a:endParaRPr lang="en-SG" sz="1200" dirty="0"/>
                    </a:p>
                  </a:txBody>
                  <a:tcPr/>
                </a:tc>
                <a:tc>
                  <a:txBody>
                    <a:bodyPr/>
                    <a:lstStyle/>
                    <a:p>
                      <a:r>
                        <a:rPr lang="en-US" sz="1200" dirty="0"/>
                        <a:t>Period: Aug – Dec 2025</a:t>
                      </a:r>
                      <a:endParaRPr lang="en-SG"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Facilitators/Author: Balachandran J/ See Yi Na</a:t>
                      </a:r>
                      <a:endParaRPr lang="en-SG" sz="1200" dirty="0"/>
                    </a:p>
                  </a:txBody>
                  <a:tcPr/>
                </a:tc>
                <a:extLst>
                  <a:ext uri="{0D108BD9-81ED-4DB2-BD59-A6C34878D82A}">
                    <a16:rowId xmlns:a16="http://schemas.microsoft.com/office/drawing/2014/main" val="496773888"/>
                  </a:ext>
                </a:extLst>
              </a:tr>
              <a:tr h="0">
                <a:tc>
                  <a:txBody>
                    <a:bodyPr/>
                    <a:lstStyle/>
                    <a:p>
                      <a:r>
                        <a:rPr lang="en-US" sz="1200"/>
                        <a:t>Sponsors (HODs): Kwan Peijun, Liang Sufang, C Uma D/o Chandra Segara</a:t>
                      </a:r>
                      <a:endParaRPr lang="en-SG" sz="1200" dirty="0"/>
                    </a:p>
                  </a:txBody>
                  <a:tcPr/>
                </a:tc>
                <a:tc gridSpan="2">
                  <a:txBody>
                    <a:bodyPr/>
                    <a:lstStyle/>
                    <a:p>
                      <a:r>
                        <a:rPr lang="en-US" sz="1200" dirty="0"/>
                        <a:t>Team Leader/s: </a:t>
                      </a:r>
                      <a:r>
                        <a:rPr lang="en-GB" sz="1200" dirty="0"/>
                        <a:t>See Yi Na and Qi </a:t>
                      </a:r>
                      <a:r>
                        <a:rPr lang="en-US" sz="1200" dirty="0" err="1"/>
                        <a:t>Hongjuan</a:t>
                      </a:r>
                      <a:endParaRPr lang="en-SG" sz="1200" dirty="0"/>
                    </a:p>
                  </a:txBody>
                  <a:tcPr/>
                </a:tc>
                <a:tc hMerge="1">
                  <a:txBody>
                    <a:bodyPr/>
                    <a:lstStyle/>
                    <a:p>
                      <a:endParaRPr lang="en-SG" sz="1400"/>
                    </a:p>
                  </a:txBody>
                  <a:tcPr/>
                </a:tc>
                <a:extLst>
                  <a:ext uri="{0D108BD9-81ED-4DB2-BD59-A6C34878D82A}">
                    <a16:rowId xmlns:a16="http://schemas.microsoft.com/office/drawing/2014/main" val="403266992"/>
                  </a:ext>
                </a:extLst>
              </a:tr>
              <a:tr h="0">
                <a:tc gridSpan="3">
                  <a:txBody>
                    <a:bodyPr/>
                    <a:lstStyle/>
                    <a:p>
                      <a:r>
                        <a:rPr lang="en-US" sz="1200" dirty="0"/>
                        <a:t>Team Members: Koh Hui Ying, Derek Tan, Marni </a:t>
                      </a:r>
                      <a:r>
                        <a:rPr lang="en-US" sz="1200" dirty="0" err="1"/>
                        <a:t>Binte</a:t>
                      </a:r>
                      <a:r>
                        <a:rPr lang="en-US" sz="1200" dirty="0"/>
                        <a:t> Malik, Tan Pei Qi, </a:t>
                      </a:r>
                      <a:r>
                        <a:rPr lang="en-US" sz="1200" dirty="0" err="1"/>
                        <a:t>Shahidah</a:t>
                      </a:r>
                      <a:r>
                        <a:rPr lang="en-US" sz="1200" dirty="0"/>
                        <a:t> </a:t>
                      </a:r>
                      <a:r>
                        <a:rPr lang="en-US" sz="1200" dirty="0" err="1"/>
                        <a:t>Bte</a:t>
                      </a:r>
                      <a:r>
                        <a:rPr lang="en-US" sz="1200" dirty="0"/>
                        <a:t> Satu</a:t>
                      </a:r>
                      <a:endParaRPr lang="en-SG" sz="1200" dirty="0"/>
                    </a:p>
                  </a:txBody>
                  <a:tcPr/>
                </a:tc>
                <a:tc hMerge="1">
                  <a:txBody>
                    <a:bodyPr/>
                    <a:lstStyle/>
                    <a:p>
                      <a:endParaRPr lang="en-SG" sz="1400"/>
                    </a:p>
                  </a:txBody>
                  <a:tcPr/>
                </a:tc>
                <a:tc hMerge="1">
                  <a:txBody>
                    <a:bodyPr/>
                    <a:lstStyle/>
                    <a:p>
                      <a:endParaRPr lang="en-SG" sz="1400" dirty="0"/>
                    </a:p>
                  </a:txBody>
                  <a:tcPr/>
                </a:tc>
                <a:extLst>
                  <a:ext uri="{0D108BD9-81ED-4DB2-BD59-A6C34878D82A}">
                    <a16:rowId xmlns:a16="http://schemas.microsoft.com/office/drawing/2014/main" val="594449715"/>
                  </a:ext>
                </a:extLst>
              </a:tr>
            </a:tbl>
          </a:graphicData>
        </a:graphic>
      </p:graphicFrame>
      <p:sp>
        <p:nvSpPr>
          <p:cNvPr id="16" name="TextBox 15">
            <a:extLst>
              <a:ext uri="{FF2B5EF4-FFF2-40B4-BE49-F238E27FC236}">
                <a16:creationId xmlns:a16="http://schemas.microsoft.com/office/drawing/2014/main" id="{2396C47B-B676-4944-841C-71E929DBD9C2}"/>
              </a:ext>
            </a:extLst>
          </p:cNvPr>
          <p:cNvSpPr txBox="1"/>
          <p:nvPr/>
        </p:nvSpPr>
        <p:spPr>
          <a:xfrm>
            <a:off x="91481" y="74385"/>
            <a:ext cx="8347125" cy="461665"/>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2400" b="1">
                <a:solidFill>
                  <a:srgbClr val="00263D"/>
                </a:solidFill>
                <a:latin typeface="Arial" panose="020B0604020202020204" pitchFamily="34" charset="0"/>
                <a:cs typeface="Arial" panose="020B0604020202020204" pitchFamily="34" charset="0"/>
              </a:rPr>
              <a:t>Incredible Care QIX Award (Process Excellence)</a:t>
            </a:r>
            <a:endParaRPr lang="en-US" sz="1200">
              <a:solidFill>
                <a:srgbClr val="00263D"/>
              </a:solidFill>
              <a:latin typeface="Arial" panose="020B0604020202020204" pitchFamily="34" charset="0"/>
              <a:cs typeface="Arial" panose="020B0604020202020204" pitchFamily="34" charset="0"/>
            </a:endParaRPr>
          </a:p>
        </p:txBody>
      </p:sp>
      <p:sp>
        <p:nvSpPr>
          <p:cNvPr id="15" name="Rectangle 14"/>
          <p:cNvSpPr/>
          <p:nvPr/>
        </p:nvSpPr>
        <p:spPr>
          <a:xfrm>
            <a:off x="15278" y="6599175"/>
            <a:ext cx="6476962" cy="258825"/>
          </a:xfrm>
          <a:prstGeom prst="rect">
            <a:avLst/>
          </a:prstGeom>
        </p:spPr>
        <p:txBody>
          <a:bodyPr wrap="square">
            <a:spAutoFit/>
          </a:bodyPr>
          <a:lstStyle/>
          <a:p>
            <a:r>
              <a:rPr lang="en-US" sz="1050">
                <a:solidFill>
                  <a:srgbClr val="00263D"/>
                </a:solidFill>
                <a:latin typeface="Arial" panose="020B0604020202020204" pitchFamily="34" charset="0"/>
                <a:cs typeface="Arial" panose="020B0604020202020204" pitchFamily="34" charset="0"/>
              </a:rPr>
              <a:t>The 6 box QIX template is brought to you by Quality Improvement Department </a:t>
            </a:r>
            <a:r>
              <a:rPr lang="en-US" sz="1050" err="1">
                <a:solidFill>
                  <a:srgbClr val="00263D"/>
                </a:solidFill>
                <a:latin typeface="Arial" panose="020B0604020202020204" pitchFamily="34" charset="0"/>
                <a:cs typeface="Arial" panose="020B0604020202020204" pitchFamily="34" charset="0"/>
              </a:rPr>
              <a:t>wef</a:t>
            </a:r>
            <a:r>
              <a:rPr lang="en-US" sz="1050">
                <a:solidFill>
                  <a:srgbClr val="00263D"/>
                </a:solidFill>
                <a:latin typeface="Arial" panose="020B0604020202020204" pitchFamily="34" charset="0"/>
                <a:cs typeface="Arial" panose="020B0604020202020204" pitchFamily="34" charset="0"/>
              </a:rPr>
              <a:t> 1 April 2023</a:t>
            </a:r>
            <a:endParaRPr lang="en-SG" sz="1050"/>
          </a:p>
        </p:txBody>
      </p:sp>
      <p:pic>
        <p:nvPicPr>
          <p:cNvPr id="6" name="Picture 5">
            <a:extLst>
              <a:ext uri="{FF2B5EF4-FFF2-40B4-BE49-F238E27FC236}">
                <a16:creationId xmlns:a16="http://schemas.microsoft.com/office/drawing/2014/main" id="{597400A2-7438-BE5F-B4B8-E32C381C59E8}"/>
              </a:ext>
            </a:extLst>
          </p:cNvPr>
          <p:cNvPicPr>
            <a:picLocks noChangeAspect="1"/>
          </p:cNvPicPr>
          <p:nvPr/>
        </p:nvPicPr>
        <p:blipFill>
          <a:blip r:embed="rId4"/>
          <a:stretch>
            <a:fillRect/>
          </a:stretch>
        </p:blipFill>
        <p:spPr>
          <a:xfrm>
            <a:off x="15279" y="1895027"/>
            <a:ext cx="4062856" cy="2318390"/>
          </a:xfrm>
          <a:prstGeom prst="rect">
            <a:avLst/>
          </a:prstGeom>
        </p:spPr>
      </p:pic>
      <p:pic>
        <p:nvPicPr>
          <p:cNvPr id="8" name="Picture 7">
            <a:extLst>
              <a:ext uri="{FF2B5EF4-FFF2-40B4-BE49-F238E27FC236}">
                <a16:creationId xmlns:a16="http://schemas.microsoft.com/office/drawing/2014/main" id="{6E9F31F1-29FF-752A-8B2C-8BC64F7574D3}"/>
              </a:ext>
            </a:extLst>
          </p:cNvPr>
          <p:cNvPicPr>
            <a:picLocks noChangeAspect="1"/>
          </p:cNvPicPr>
          <p:nvPr/>
        </p:nvPicPr>
        <p:blipFill>
          <a:blip r:embed="rId5"/>
          <a:srcRect r="6589"/>
          <a:stretch>
            <a:fillRect/>
          </a:stretch>
        </p:blipFill>
        <p:spPr>
          <a:xfrm>
            <a:off x="4078136" y="1885549"/>
            <a:ext cx="4035731" cy="2322576"/>
          </a:xfrm>
          <a:prstGeom prst="rect">
            <a:avLst/>
          </a:prstGeom>
        </p:spPr>
      </p:pic>
      <p:pic>
        <p:nvPicPr>
          <p:cNvPr id="23" name="Picture 22">
            <a:extLst>
              <a:ext uri="{FF2B5EF4-FFF2-40B4-BE49-F238E27FC236}">
                <a16:creationId xmlns:a16="http://schemas.microsoft.com/office/drawing/2014/main" id="{9736E3DD-8A3F-04BD-6E04-E28E3B53F4D4}"/>
              </a:ext>
            </a:extLst>
          </p:cNvPr>
          <p:cNvPicPr>
            <a:picLocks noChangeAspect="1"/>
          </p:cNvPicPr>
          <p:nvPr/>
        </p:nvPicPr>
        <p:blipFill>
          <a:blip r:embed="rId6"/>
          <a:stretch>
            <a:fillRect/>
          </a:stretch>
        </p:blipFill>
        <p:spPr>
          <a:xfrm>
            <a:off x="8111446" y="4406010"/>
            <a:ext cx="4061409" cy="2218961"/>
          </a:xfrm>
          <a:prstGeom prst="rect">
            <a:avLst/>
          </a:prstGeom>
        </p:spPr>
      </p:pic>
      <p:pic>
        <p:nvPicPr>
          <p:cNvPr id="3" name="Picture 2">
            <a:extLst>
              <a:ext uri="{FF2B5EF4-FFF2-40B4-BE49-F238E27FC236}">
                <a16:creationId xmlns:a16="http://schemas.microsoft.com/office/drawing/2014/main" id="{69F0C7F6-40D0-0360-ACBB-181FBA7FCCB4}"/>
              </a:ext>
            </a:extLst>
          </p:cNvPr>
          <p:cNvPicPr>
            <a:picLocks noChangeAspect="1"/>
          </p:cNvPicPr>
          <p:nvPr/>
        </p:nvPicPr>
        <p:blipFill>
          <a:blip r:embed="rId7"/>
          <a:stretch>
            <a:fillRect/>
          </a:stretch>
        </p:blipFill>
        <p:spPr>
          <a:xfrm>
            <a:off x="8071427" y="1932683"/>
            <a:ext cx="4114800" cy="2217384"/>
          </a:xfrm>
          <a:prstGeom prst="rect">
            <a:avLst/>
          </a:prstGeom>
        </p:spPr>
      </p:pic>
      <p:pic>
        <p:nvPicPr>
          <p:cNvPr id="12" name="Picture 11">
            <a:extLst>
              <a:ext uri="{FF2B5EF4-FFF2-40B4-BE49-F238E27FC236}">
                <a16:creationId xmlns:a16="http://schemas.microsoft.com/office/drawing/2014/main" id="{D04F39A1-015F-023C-A497-5A9FEFBA4C8A}"/>
              </a:ext>
            </a:extLst>
          </p:cNvPr>
          <p:cNvPicPr>
            <a:picLocks noChangeAspect="1"/>
          </p:cNvPicPr>
          <p:nvPr/>
        </p:nvPicPr>
        <p:blipFill>
          <a:blip r:embed="rId8"/>
          <a:stretch>
            <a:fillRect/>
          </a:stretch>
        </p:blipFill>
        <p:spPr>
          <a:xfrm>
            <a:off x="4064244" y="4424370"/>
            <a:ext cx="4047202" cy="2217384"/>
          </a:xfrm>
          <a:prstGeom prst="rect">
            <a:avLst/>
          </a:prstGeom>
        </p:spPr>
      </p:pic>
      <p:pic>
        <p:nvPicPr>
          <p:cNvPr id="18" name="Picture 17">
            <a:extLst>
              <a:ext uri="{FF2B5EF4-FFF2-40B4-BE49-F238E27FC236}">
                <a16:creationId xmlns:a16="http://schemas.microsoft.com/office/drawing/2014/main" id="{A8453448-D70E-36CC-7507-C48B23E396AA}"/>
              </a:ext>
            </a:extLst>
          </p:cNvPr>
          <p:cNvPicPr>
            <a:picLocks noChangeAspect="1"/>
          </p:cNvPicPr>
          <p:nvPr/>
        </p:nvPicPr>
        <p:blipFill>
          <a:blip r:embed="rId9"/>
          <a:srcRect r="4802"/>
          <a:stretch>
            <a:fillRect/>
          </a:stretch>
        </p:blipFill>
        <p:spPr>
          <a:xfrm>
            <a:off x="66018" y="4442730"/>
            <a:ext cx="3968655" cy="2217384"/>
          </a:xfrm>
          <a:prstGeom prst="rect">
            <a:avLst/>
          </a:prstGeom>
        </p:spPr>
      </p:pic>
    </p:spTree>
    <p:extLst>
      <p:ext uri="{BB962C8B-B14F-4D97-AF65-F5344CB8AC3E}">
        <p14:creationId xmlns:p14="http://schemas.microsoft.com/office/powerpoint/2010/main" val="2073916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hidden="1"/>
          <p:cNvSpPr>
            <a:spLocks noGrp="1"/>
          </p:cNvSpPr>
          <p:nvPr>
            <p:ph type="title"/>
          </p:nvPr>
        </p:nvSpPr>
        <p:spPr/>
        <p:txBody>
          <a:bodyPr/>
          <a:lstStyle/>
          <a:p>
            <a:r>
              <a:rPr lang="en-US"/>
              <a:t>Sample 3</a:t>
            </a:r>
          </a:p>
        </p:txBody>
      </p:sp>
      <p:sp>
        <p:nvSpPr>
          <p:cNvPr id="6" name="TextBox 5"/>
          <p:cNvSpPr txBox="1"/>
          <p:nvPr/>
        </p:nvSpPr>
        <p:spPr>
          <a:xfrm>
            <a:off x="352697" y="64109"/>
            <a:ext cx="11839302" cy="710066"/>
          </a:xfrm>
          <a:prstGeom prst="rect">
            <a:avLst/>
          </a:prstGeom>
          <a:noFill/>
        </p:spPr>
        <p:txBody>
          <a:bodyPr wrap="square" rtlCol="0">
            <a:spAutoFit/>
          </a:bodyPr>
          <a:lstStyle/>
          <a:p>
            <a:pPr>
              <a:lnSpc>
                <a:spcPct val="150000"/>
              </a:lnSpc>
            </a:pPr>
            <a:r>
              <a:rPr lang="en-US" sz="3000" b="1" dirty="0">
                <a:solidFill>
                  <a:schemeClr val="tx1">
                    <a:lumMod val="85000"/>
                    <a:lumOff val="15000"/>
                  </a:schemeClr>
                </a:solidFill>
                <a:latin typeface="Arial Black" charset="0"/>
                <a:ea typeface="Arial Black" charset="0"/>
                <a:cs typeface="Arial Black" charset="0"/>
              </a:rPr>
              <a:t>A. Define the Problem (</a:t>
            </a:r>
            <a:r>
              <a:rPr lang="en-US" sz="3000" b="1" dirty="0">
                <a:solidFill>
                  <a:srgbClr val="0070C0"/>
                </a:solidFill>
                <a:latin typeface="Arial Black" charset="0"/>
                <a:ea typeface="Arial Black" charset="0"/>
                <a:cs typeface="Arial Black" charset="0"/>
              </a:rPr>
              <a:t>P</a:t>
            </a:r>
            <a:r>
              <a:rPr lang="en-US" sz="3000" b="1" dirty="0">
                <a:solidFill>
                  <a:schemeClr val="tx1">
                    <a:lumMod val="85000"/>
                    <a:lumOff val="15000"/>
                  </a:schemeClr>
                </a:solidFill>
                <a:latin typeface="Arial Black" charset="0"/>
                <a:ea typeface="Arial Black" charset="0"/>
                <a:cs typeface="Arial Black" charset="0"/>
              </a:rPr>
              <a:t>LAN)</a:t>
            </a:r>
            <a:endParaRPr lang="en-US" sz="1600" dirty="0">
              <a:solidFill>
                <a:schemeClr val="tx1">
                  <a:lumMod val="85000"/>
                  <a:lumOff val="15000"/>
                </a:schemeClr>
              </a:solidFill>
              <a:latin typeface="Arial" charset="0"/>
              <a:ea typeface="Arial" charset="0"/>
              <a:cs typeface="Arial" charset="0"/>
            </a:endParaRPr>
          </a:p>
        </p:txBody>
      </p:sp>
      <p:cxnSp>
        <p:nvCxnSpPr>
          <p:cNvPr id="23" name="Straight Connector 22">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5" name="Content Placeholder 4">
            <a:extLst>
              <a:ext uri="{FF2B5EF4-FFF2-40B4-BE49-F238E27FC236}">
                <a16:creationId xmlns:a16="http://schemas.microsoft.com/office/drawing/2014/main" id="{CEEB3BAE-C0B2-447C-B8BE-96C6BD84D658}"/>
              </a:ext>
            </a:extLst>
          </p:cNvPr>
          <p:cNvSpPr txBox="1">
            <a:spLocks/>
          </p:cNvSpPr>
          <p:nvPr/>
        </p:nvSpPr>
        <p:spPr>
          <a:xfrm>
            <a:off x="297038" y="1421071"/>
            <a:ext cx="4626132" cy="3920868"/>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t">
              <a:lnSpc>
                <a:spcPct val="114000"/>
              </a:lnSpc>
              <a:spcBef>
                <a:spcPts val="0"/>
              </a:spcBef>
              <a:buSzPct val="50000"/>
              <a:buNone/>
            </a:pPr>
            <a:r>
              <a:rPr lang="en-SG" sz="2400" b="1" i="0" dirty="0">
                <a:effectLst/>
                <a:latin typeface="Arial Narrow" panose="020B0606020202030204" pitchFamily="34" charset="0"/>
              </a:rPr>
              <a:t>Problem</a:t>
            </a:r>
            <a:r>
              <a:rPr lang="en-SG" sz="2400" b="0" i="0" dirty="0">
                <a:effectLst/>
                <a:latin typeface="Arial Narrow" panose="020B0606020202030204" pitchFamily="34" charset="0"/>
              </a:rPr>
              <a:t>: Multiple phone calls by ED Staff Nurse</a:t>
            </a:r>
            <a:r>
              <a:rPr lang="en-GB" sz="2400" b="0" i="0" dirty="0">
                <a:effectLst/>
                <a:latin typeface="Arial Narrow" panose="020B0606020202030204" pitchFamily="34" charset="0"/>
              </a:rPr>
              <a:t> (SN</a:t>
            </a:r>
            <a:r>
              <a:rPr lang="en-SG" sz="2400" b="0" i="0" dirty="0">
                <a:effectLst/>
                <a:latin typeface="Arial Narrow" panose="020B0606020202030204" pitchFamily="34" charset="0"/>
              </a:rPr>
              <a:t>) before Physiotherapist (PT) can review patient in Emergency Department (ED)</a:t>
            </a:r>
            <a:r>
              <a:rPr lang="en-GB" sz="2400" b="0" i="0" dirty="0">
                <a:effectLst/>
                <a:latin typeface="Arial Narrow" panose="020B0606020202030204" pitchFamily="34" charset="0"/>
              </a:rPr>
              <a:t>.</a:t>
            </a:r>
            <a:endParaRPr lang="en-SG" sz="2400" b="0" i="0" dirty="0">
              <a:effectLst/>
              <a:latin typeface="Arial Narrow" panose="020B0606020202030204" pitchFamily="34" charset="0"/>
            </a:endParaRPr>
          </a:p>
          <a:p>
            <a:pPr marL="0" indent="0" fontAlgn="t">
              <a:lnSpc>
                <a:spcPct val="114000"/>
              </a:lnSpc>
              <a:spcBef>
                <a:spcPts val="0"/>
              </a:spcBef>
              <a:buSzPct val="50000"/>
              <a:buNone/>
            </a:pPr>
            <a:endParaRPr lang="en-SG" sz="1800" b="0" i="0" dirty="0">
              <a:effectLst/>
              <a:latin typeface="Arial Narrow" panose="020B0606020202030204" pitchFamily="34" charset="0"/>
            </a:endParaRPr>
          </a:p>
          <a:p>
            <a:pPr fontAlgn="t">
              <a:lnSpc>
                <a:spcPct val="114000"/>
              </a:lnSpc>
              <a:spcBef>
                <a:spcPts val="0"/>
              </a:spcBef>
              <a:buSzPct val="50000"/>
            </a:pPr>
            <a:endParaRPr lang="en-SG" sz="1200" b="0" i="0" dirty="0">
              <a:effectLst/>
              <a:latin typeface="Arial Narrow" panose="020B0606020202030204" pitchFamily="34" charset="0"/>
            </a:endParaRPr>
          </a:p>
        </p:txBody>
      </p:sp>
      <p:cxnSp>
        <p:nvCxnSpPr>
          <p:cNvPr id="36" name="Straight Connector 35">
            <a:extLst>
              <a:ext uri="{FF2B5EF4-FFF2-40B4-BE49-F238E27FC236}">
                <a16:creationId xmlns:a16="http://schemas.microsoft.com/office/drawing/2014/main" id="{5A563457-1EC8-4978-BCCB-AFD88C9ED04C}"/>
              </a:ext>
              <a:ext uri="{C183D7F6-B498-43B3-948B-1728B52AA6E4}">
                <adec:decorative xmlns:adec="http://schemas.microsoft.com/office/drawing/2017/decorative" val="1"/>
              </a:ext>
            </a:extLst>
          </p:cNvPr>
          <p:cNvCxnSpPr/>
          <p:nvPr/>
        </p:nvCxnSpPr>
        <p:spPr>
          <a:xfrm>
            <a:off x="6096000" y="2363035"/>
            <a:ext cx="0" cy="241133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20C4919-14AA-DBDC-38F5-53CFB4F9E769}"/>
              </a:ext>
            </a:extLst>
          </p:cNvPr>
          <p:cNvSpPr txBox="1"/>
          <p:nvPr/>
        </p:nvSpPr>
        <p:spPr>
          <a:xfrm>
            <a:off x="5528145" y="5640642"/>
            <a:ext cx="6094674" cy="276999"/>
          </a:xfrm>
          <a:prstGeom prst="rect">
            <a:avLst/>
          </a:prstGeom>
          <a:noFill/>
        </p:spPr>
        <p:txBody>
          <a:bodyPr wrap="square">
            <a:spAutoFit/>
          </a:bodyPr>
          <a:lstStyle/>
          <a:p>
            <a:r>
              <a:rPr lang="en-SG" sz="1200" b="1" dirty="0">
                <a:effectLst>
                  <a:outerShdw blurRad="38100" dist="38100" dir="2700000" algn="tl">
                    <a:srgbClr val="000000">
                      <a:alpha val="43137"/>
                    </a:srgbClr>
                  </a:outerShdw>
                </a:effectLst>
                <a:latin typeface="Arial Narrow" panose="020B0606020202030204" pitchFamily="34" charset="0"/>
              </a:rPr>
              <a:t>D</a:t>
            </a:r>
            <a:r>
              <a:rPr lang="en-SG" sz="1200" b="1" i="0" dirty="0">
                <a:effectLst>
                  <a:outerShdw blurRad="38100" dist="38100" dir="2700000" algn="tl">
                    <a:srgbClr val="000000">
                      <a:alpha val="43137"/>
                    </a:srgbClr>
                  </a:outerShdw>
                </a:effectLst>
                <a:latin typeface="Arial Narrow" panose="020B0606020202030204" pitchFamily="34" charset="0"/>
              </a:rPr>
              <a:t>iagram 1: Process map for </a:t>
            </a:r>
            <a:r>
              <a:rPr lang="en-SG" sz="1200" b="1" dirty="0">
                <a:effectLst>
                  <a:outerShdw blurRad="38100" dist="38100" dir="2700000" algn="tl">
                    <a:srgbClr val="000000">
                      <a:alpha val="43137"/>
                    </a:srgbClr>
                  </a:outerShdw>
                </a:effectLst>
                <a:latin typeface="Arial Narrow" panose="020B0606020202030204" pitchFamily="34" charset="0"/>
              </a:rPr>
              <a:t>activating PT services in ED</a:t>
            </a:r>
            <a:endParaRPr lang="en-US" sz="1200" b="1" dirty="0">
              <a:effectLst>
                <a:outerShdw blurRad="38100" dist="38100" dir="2700000" algn="tl">
                  <a:srgbClr val="000000">
                    <a:alpha val="43137"/>
                  </a:srgbClr>
                </a:outerShdw>
              </a:effectLst>
            </a:endParaRPr>
          </a:p>
        </p:txBody>
      </p:sp>
      <p:pic>
        <p:nvPicPr>
          <p:cNvPr id="4" name="Picture 3" descr="A screenshot of a diagram&#10;&#10;AI-generated content may be incorrect.">
            <a:extLst>
              <a:ext uri="{FF2B5EF4-FFF2-40B4-BE49-F238E27FC236}">
                <a16:creationId xmlns:a16="http://schemas.microsoft.com/office/drawing/2014/main" id="{43B2977A-99D5-E77A-0DBD-F1E763B42B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8264" y="1124712"/>
            <a:ext cx="6893921" cy="4515930"/>
          </a:xfrm>
          <a:prstGeom prst="rect">
            <a:avLst/>
          </a:prstGeom>
        </p:spPr>
      </p:pic>
    </p:spTree>
    <p:extLst>
      <p:ext uri="{BB962C8B-B14F-4D97-AF65-F5344CB8AC3E}">
        <p14:creationId xmlns:p14="http://schemas.microsoft.com/office/powerpoint/2010/main" val="3286795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0-#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1000" fill="hold"/>
                                        <p:tgtEl>
                                          <p:spTgt spid="23"/>
                                        </p:tgtEl>
                                        <p:attrNameLst>
                                          <p:attrName>ppt_x</p:attrName>
                                        </p:attrNameLst>
                                      </p:cBhvr>
                                      <p:tavLst>
                                        <p:tav tm="0">
                                          <p:val>
                                            <p:strVal val="1+#ppt_w/2"/>
                                          </p:val>
                                        </p:tav>
                                        <p:tav tm="100000">
                                          <p:val>
                                            <p:strVal val="#ppt_x"/>
                                          </p:val>
                                        </p:tav>
                                      </p:tavLst>
                                    </p:anim>
                                    <p:anim calcmode="lin" valueType="num">
                                      <p:cBhvr additive="base">
                                        <p:cTn id="12" dur="10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hidden="1"/>
          <p:cNvSpPr>
            <a:spLocks noGrp="1"/>
          </p:cNvSpPr>
          <p:nvPr>
            <p:ph type="title"/>
          </p:nvPr>
        </p:nvSpPr>
        <p:spPr/>
        <p:txBody>
          <a:bodyPr/>
          <a:lstStyle/>
          <a:p>
            <a:r>
              <a:rPr lang="en-US"/>
              <a:t>Sample 3</a:t>
            </a:r>
          </a:p>
        </p:txBody>
      </p:sp>
      <p:sp>
        <p:nvSpPr>
          <p:cNvPr id="6" name="TextBox 5"/>
          <p:cNvSpPr txBox="1"/>
          <p:nvPr/>
        </p:nvSpPr>
        <p:spPr>
          <a:xfrm>
            <a:off x="352697" y="64109"/>
            <a:ext cx="11839302" cy="1405513"/>
          </a:xfrm>
          <a:prstGeom prst="rect">
            <a:avLst/>
          </a:prstGeom>
          <a:noFill/>
        </p:spPr>
        <p:txBody>
          <a:bodyPr wrap="square" lIns="91440" tIns="45720" rIns="91440" bIns="45720" rtlCol="0" anchor="t">
            <a:spAutoFit/>
          </a:bodyPr>
          <a:lstStyle/>
          <a:p>
            <a:pPr>
              <a:lnSpc>
                <a:spcPct val="150000"/>
              </a:lnSpc>
            </a:pPr>
            <a:r>
              <a:rPr lang="en-US" sz="3000" b="1" dirty="0">
                <a:solidFill>
                  <a:schemeClr val="tx1">
                    <a:lumMod val="85000"/>
                    <a:lumOff val="15000"/>
                  </a:schemeClr>
                </a:solidFill>
                <a:latin typeface="Arial Black"/>
                <a:ea typeface="Arial Black" charset="0"/>
                <a:cs typeface="Arial Black" charset="0"/>
              </a:rPr>
              <a:t>A. Problem Analysis (</a:t>
            </a:r>
            <a:r>
              <a:rPr lang="en-US" sz="3000" b="1" dirty="0">
                <a:solidFill>
                  <a:srgbClr val="0070C0"/>
                </a:solidFill>
                <a:latin typeface="Arial Black"/>
                <a:ea typeface="Arial Black" charset="0"/>
                <a:cs typeface="Arial Black" charset="0"/>
              </a:rPr>
              <a:t>P</a:t>
            </a:r>
            <a:r>
              <a:rPr lang="en-US" sz="3000" b="1" dirty="0">
                <a:solidFill>
                  <a:schemeClr val="tx1">
                    <a:lumMod val="85000"/>
                    <a:lumOff val="15000"/>
                  </a:schemeClr>
                </a:solidFill>
                <a:latin typeface="Arial Black"/>
                <a:ea typeface="Arial Black" charset="0"/>
                <a:cs typeface="Arial Black" charset="0"/>
              </a:rPr>
              <a:t>LAN) Value Stream Map</a:t>
            </a:r>
            <a:endParaRPr lang="en-US" sz="1600" dirty="0">
              <a:solidFill>
                <a:schemeClr val="tx1">
                  <a:lumMod val="85000"/>
                  <a:lumOff val="15000"/>
                </a:schemeClr>
              </a:solidFill>
              <a:latin typeface="Arial" charset="0"/>
              <a:ea typeface="Arial Black" charset="0"/>
              <a:cs typeface="Arial" charset="0"/>
            </a:endParaRPr>
          </a:p>
          <a:p>
            <a:pPr>
              <a:lnSpc>
                <a:spcPct val="150000"/>
              </a:lnSpc>
            </a:pPr>
            <a:endParaRPr lang="en-US" sz="3000" b="1" dirty="0">
              <a:solidFill>
                <a:schemeClr val="tx1">
                  <a:lumMod val="85000"/>
                  <a:lumOff val="15000"/>
                </a:schemeClr>
              </a:solidFill>
              <a:latin typeface="Arial Black"/>
              <a:ea typeface="Arial" charset="0"/>
              <a:cs typeface="Arial" charset="0"/>
            </a:endParaRPr>
          </a:p>
        </p:txBody>
      </p:sp>
      <p:cxnSp>
        <p:nvCxnSpPr>
          <p:cNvPr id="23" name="Straight Connector 22">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A563457-1EC8-4978-BCCB-AFD88C9ED04C}"/>
              </a:ext>
              <a:ext uri="{C183D7F6-B498-43B3-948B-1728B52AA6E4}">
                <adec:decorative xmlns:adec="http://schemas.microsoft.com/office/drawing/2017/decorative" val="1"/>
              </a:ext>
            </a:extLst>
          </p:cNvPr>
          <p:cNvCxnSpPr/>
          <p:nvPr/>
        </p:nvCxnSpPr>
        <p:spPr>
          <a:xfrm>
            <a:off x="6096000" y="2363035"/>
            <a:ext cx="0" cy="241133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11DAF2CF-3EA5-F4B9-2D54-19DE60A5B7EA}"/>
              </a:ext>
            </a:extLst>
          </p:cNvPr>
          <p:cNvSpPr txBox="1">
            <a:spLocks/>
          </p:cNvSpPr>
          <p:nvPr/>
        </p:nvSpPr>
        <p:spPr>
          <a:xfrm>
            <a:off x="812134" y="4791670"/>
            <a:ext cx="5192740" cy="11710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100" b="1" dirty="0">
                <a:latin typeface="Arial Narrow" panose="020B0606020202030204" pitchFamily="34" charset="0"/>
              </a:rPr>
              <a:t>FTQ</a:t>
            </a:r>
            <a:r>
              <a:rPr lang="en-US" sz="1100" dirty="0">
                <a:latin typeface="Arial Narrow" panose="020B0606020202030204" pitchFamily="34" charset="0"/>
              </a:rPr>
              <a:t>: First Time Quality</a:t>
            </a:r>
          </a:p>
          <a:p>
            <a:pPr marL="0" indent="0">
              <a:buNone/>
            </a:pPr>
            <a:r>
              <a:rPr lang="en-US" sz="1100" b="1" dirty="0">
                <a:latin typeface="Arial Narrow" panose="020B0606020202030204" pitchFamily="34" charset="0"/>
              </a:rPr>
              <a:t>FTQ: </a:t>
            </a:r>
            <a:r>
              <a:rPr lang="en-US" sz="1100" dirty="0">
                <a:latin typeface="Arial Narrow" panose="020B0606020202030204" pitchFamily="34" charset="0"/>
              </a:rPr>
              <a:t>First Time Quality </a:t>
            </a:r>
            <a:r>
              <a:rPr lang="en-US" sz="1100" b="1" dirty="0">
                <a:latin typeface="Arial Narrow" panose="020B0606020202030204" pitchFamily="34" charset="0"/>
              </a:rPr>
              <a:t>( i.e. PT sees patient after 1 call)</a:t>
            </a:r>
          </a:p>
          <a:p>
            <a:pPr marL="0" indent="0">
              <a:buNone/>
            </a:pPr>
            <a:r>
              <a:rPr lang="en-US" sz="1100" b="1" dirty="0">
                <a:latin typeface="Arial Narrow" panose="020B0606020202030204" pitchFamily="34" charset="0"/>
              </a:rPr>
              <a:t>PT: </a:t>
            </a:r>
            <a:r>
              <a:rPr lang="en-US" sz="1100" dirty="0">
                <a:latin typeface="Arial Narrow" panose="020B0606020202030204" pitchFamily="34" charset="0"/>
              </a:rPr>
              <a:t>Processing Time</a:t>
            </a:r>
          </a:p>
          <a:p>
            <a:pPr marL="0" indent="0">
              <a:buNone/>
            </a:pPr>
            <a:r>
              <a:rPr lang="en-US" sz="1100" b="1" dirty="0">
                <a:latin typeface="Arial Narrow" panose="020B0606020202030204" pitchFamily="34" charset="0"/>
              </a:rPr>
              <a:t>DT</a:t>
            </a:r>
            <a:r>
              <a:rPr lang="en-US" sz="1100" dirty="0">
                <a:latin typeface="Arial Narrow" panose="020B0606020202030204" pitchFamily="34" charset="0"/>
              </a:rPr>
              <a:t>: Delay Time </a:t>
            </a:r>
          </a:p>
          <a:p>
            <a:pPr marL="0" indent="0">
              <a:buNone/>
            </a:pPr>
            <a:r>
              <a:rPr lang="en-US" sz="1100" b="1" dirty="0">
                <a:latin typeface="Arial Narrow" panose="020B0606020202030204" pitchFamily="34" charset="0"/>
              </a:rPr>
              <a:t>TAT</a:t>
            </a:r>
            <a:r>
              <a:rPr lang="en-US" sz="1100" dirty="0">
                <a:latin typeface="Arial Narrow" panose="020B0606020202030204" pitchFamily="34" charset="0"/>
              </a:rPr>
              <a:t>: Turn Around Time </a:t>
            </a:r>
            <a:r>
              <a:rPr lang="en-US" sz="1100" b="1" dirty="0">
                <a:latin typeface="Arial Narrow" panose="020B0606020202030204" pitchFamily="34" charset="0"/>
              </a:rPr>
              <a:t>( i.e. From time of phone call from SN to the time PT see patient)</a:t>
            </a:r>
            <a:r>
              <a:rPr lang="en-US" sz="1100" dirty="0">
                <a:latin typeface="Arial Narrow" panose="020B0606020202030204" pitchFamily="34" charset="0"/>
              </a:rPr>
              <a:t> </a:t>
            </a:r>
          </a:p>
          <a:p>
            <a:r>
              <a:rPr lang="en-US" sz="1100" dirty="0">
                <a:latin typeface="Arial Narrow" panose="020B0606020202030204" pitchFamily="34" charset="0"/>
              </a:rPr>
              <a:t>  : Delay</a:t>
            </a:r>
          </a:p>
        </p:txBody>
      </p:sp>
      <p:pic>
        <p:nvPicPr>
          <p:cNvPr id="7" name="Picture 6">
            <a:extLst>
              <a:ext uri="{FF2B5EF4-FFF2-40B4-BE49-F238E27FC236}">
                <a16:creationId xmlns:a16="http://schemas.microsoft.com/office/drawing/2014/main" id="{34D4BB50-8E43-2468-4FDB-076AB56C6942}"/>
              </a:ext>
            </a:extLst>
          </p:cNvPr>
          <p:cNvPicPr>
            <a:picLocks noChangeAspect="1"/>
          </p:cNvPicPr>
          <p:nvPr/>
        </p:nvPicPr>
        <p:blipFill>
          <a:blip r:embed="rId3"/>
          <a:stretch>
            <a:fillRect/>
          </a:stretch>
        </p:blipFill>
        <p:spPr>
          <a:xfrm>
            <a:off x="868696" y="6121668"/>
            <a:ext cx="236858" cy="296073"/>
          </a:xfrm>
          <a:prstGeom prst="rect">
            <a:avLst/>
          </a:prstGeom>
        </p:spPr>
      </p:pic>
      <p:pic>
        <p:nvPicPr>
          <p:cNvPr id="9" name="Picture 8" descr="A diagram of a process flow&#10;&#10;AI-generated content may be incorrect.">
            <a:extLst>
              <a:ext uri="{FF2B5EF4-FFF2-40B4-BE49-F238E27FC236}">
                <a16:creationId xmlns:a16="http://schemas.microsoft.com/office/drawing/2014/main" id="{BFC22312-523B-756F-36C7-EA644AFC91FD}"/>
              </a:ext>
            </a:extLst>
          </p:cNvPr>
          <p:cNvPicPr>
            <a:picLocks noChangeAspect="1"/>
          </p:cNvPicPr>
          <p:nvPr/>
        </p:nvPicPr>
        <p:blipFill>
          <a:blip r:embed="rId4">
            <a:extLst>
              <a:ext uri="{28A0092B-C50C-407E-A947-70E740481C1C}">
                <a14:useLocalDpi xmlns:a14="http://schemas.microsoft.com/office/drawing/2010/main" val="0"/>
              </a:ext>
            </a:extLst>
          </a:blip>
          <a:srcRect r="2500" b="198"/>
          <a:stretch>
            <a:fillRect/>
          </a:stretch>
        </p:blipFill>
        <p:spPr>
          <a:xfrm>
            <a:off x="537497" y="938724"/>
            <a:ext cx="11182958" cy="4134794"/>
          </a:xfrm>
          <a:prstGeom prst="rect">
            <a:avLst/>
          </a:prstGeom>
        </p:spPr>
      </p:pic>
    </p:spTree>
    <p:extLst>
      <p:ext uri="{BB962C8B-B14F-4D97-AF65-F5344CB8AC3E}">
        <p14:creationId xmlns:p14="http://schemas.microsoft.com/office/powerpoint/2010/main" val="2929980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0-#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1000" fill="hold"/>
                                        <p:tgtEl>
                                          <p:spTgt spid="23"/>
                                        </p:tgtEl>
                                        <p:attrNameLst>
                                          <p:attrName>ppt_x</p:attrName>
                                        </p:attrNameLst>
                                      </p:cBhvr>
                                      <p:tavLst>
                                        <p:tav tm="0">
                                          <p:val>
                                            <p:strVal val="1+#ppt_w/2"/>
                                          </p:val>
                                        </p:tav>
                                        <p:tav tm="100000">
                                          <p:val>
                                            <p:strVal val="#ppt_x"/>
                                          </p:val>
                                        </p:tav>
                                      </p:tavLst>
                                    </p:anim>
                                    <p:anim calcmode="lin" valueType="num">
                                      <p:cBhvr additive="base">
                                        <p:cTn id="12" dur="10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hidden="1"/>
          <p:cNvSpPr>
            <a:spLocks noGrp="1"/>
          </p:cNvSpPr>
          <p:nvPr>
            <p:ph type="title"/>
          </p:nvPr>
        </p:nvSpPr>
        <p:spPr/>
        <p:txBody>
          <a:bodyPr/>
          <a:lstStyle/>
          <a:p>
            <a:r>
              <a:rPr lang="en-US"/>
              <a:t>Sample 3</a:t>
            </a:r>
          </a:p>
        </p:txBody>
      </p:sp>
      <p:sp>
        <p:nvSpPr>
          <p:cNvPr id="6" name="TextBox 5"/>
          <p:cNvSpPr txBox="1"/>
          <p:nvPr/>
        </p:nvSpPr>
        <p:spPr>
          <a:xfrm>
            <a:off x="352697" y="64109"/>
            <a:ext cx="11839302" cy="710066"/>
          </a:xfrm>
          <a:prstGeom prst="rect">
            <a:avLst/>
          </a:prstGeom>
          <a:noFill/>
        </p:spPr>
        <p:txBody>
          <a:bodyPr wrap="square" rtlCol="0">
            <a:spAutoFit/>
          </a:bodyPr>
          <a:lstStyle/>
          <a:p>
            <a:pPr>
              <a:lnSpc>
                <a:spcPct val="150000"/>
              </a:lnSpc>
            </a:pPr>
            <a:r>
              <a:rPr lang="en-US" sz="3000" b="1" dirty="0">
                <a:solidFill>
                  <a:schemeClr val="tx1">
                    <a:lumMod val="85000"/>
                    <a:lumOff val="15000"/>
                  </a:schemeClr>
                </a:solidFill>
                <a:latin typeface="Arial Black" charset="0"/>
                <a:ea typeface="Arial Black" charset="0"/>
                <a:cs typeface="Arial Black" charset="0"/>
              </a:rPr>
              <a:t>A. Baseline Data</a:t>
            </a:r>
            <a:endParaRPr lang="en-US" sz="1600" dirty="0">
              <a:solidFill>
                <a:schemeClr val="tx1">
                  <a:lumMod val="85000"/>
                  <a:lumOff val="15000"/>
                </a:schemeClr>
              </a:solidFill>
              <a:latin typeface="Arial" charset="0"/>
              <a:ea typeface="Arial" charset="0"/>
              <a:cs typeface="Arial" charset="0"/>
            </a:endParaRPr>
          </a:p>
        </p:txBody>
      </p:sp>
      <p:cxnSp>
        <p:nvCxnSpPr>
          <p:cNvPr id="23" name="Straight Connector 22">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A563457-1EC8-4978-BCCB-AFD88C9ED04C}"/>
              </a:ext>
              <a:ext uri="{C183D7F6-B498-43B3-948B-1728B52AA6E4}">
                <adec:decorative xmlns:adec="http://schemas.microsoft.com/office/drawing/2017/decorative" val="1"/>
              </a:ext>
            </a:extLst>
          </p:cNvPr>
          <p:cNvCxnSpPr/>
          <p:nvPr/>
        </p:nvCxnSpPr>
        <p:spPr>
          <a:xfrm>
            <a:off x="6096000" y="2363035"/>
            <a:ext cx="0" cy="241133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 name="Chart 1">
            <a:extLst>
              <a:ext uri="{FF2B5EF4-FFF2-40B4-BE49-F238E27FC236}">
                <a16:creationId xmlns:a16="http://schemas.microsoft.com/office/drawing/2014/main" id="{D27B050E-1E9D-3974-16D7-526816F4B54F}"/>
              </a:ext>
            </a:extLst>
          </p:cNvPr>
          <p:cNvGraphicFramePr>
            <a:graphicFrameLocks/>
          </p:cNvGraphicFramePr>
          <p:nvPr>
            <p:extLst>
              <p:ext uri="{D42A27DB-BD31-4B8C-83A1-F6EECF244321}">
                <p14:modId xmlns:p14="http://schemas.microsoft.com/office/powerpoint/2010/main" val="2944778730"/>
              </p:ext>
            </p:extLst>
          </p:nvPr>
        </p:nvGraphicFramePr>
        <p:xfrm>
          <a:off x="1782917" y="1954033"/>
          <a:ext cx="8626165" cy="4225207"/>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41EEE1BB-D301-0C1F-68A9-B8613742F70F}"/>
              </a:ext>
            </a:extLst>
          </p:cNvPr>
          <p:cNvSpPr txBox="1"/>
          <p:nvPr/>
        </p:nvSpPr>
        <p:spPr>
          <a:xfrm>
            <a:off x="222822" y="826039"/>
            <a:ext cx="7711838" cy="583558"/>
          </a:xfrm>
          <a:prstGeom prst="rect">
            <a:avLst/>
          </a:prstGeom>
          <a:noFill/>
        </p:spPr>
        <p:txBody>
          <a:bodyPr wrap="square">
            <a:spAutoFit/>
          </a:bodyPr>
          <a:lstStyle/>
          <a:p>
            <a:pPr fontAlgn="t">
              <a:lnSpc>
                <a:spcPct val="114000"/>
              </a:lnSpc>
              <a:spcBef>
                <a:spcPts val="0"/>
              </a:spcBef>
              <a:buSzPct val="50000"/>
            </a:pPr>
            <a:r>
              <a:rPr lang="en-SG" sz="2800" b="1" i="0" dirty="0">
                <a:solidFill>
                  <a:srgbClr val="FF0000"/>
                </a:solidFill>
                <a:effectLst/>
                <a:latin typeface="Arial Narrow" panose="020B0606020202030204" pitchFamily="34" charset="0"/>
              </a:rPr>
              <a:t>4 calls per </a:t>
            </a:r>
            <a:r>
              <a:rPr lang="en-SG" sz="2800" b="1" dirty="0">
                <a:solidFill>
                  <a:srgbClr val="FF0000"/>
                </a:solidFill>
                <a:latin typeface="Arial Narrow" panose="020B0606020202030204" pitchFamily="34" charset="0"/>
              </a:rPr>
              <a:t>patient </a:t>
            </a:r>
            <a:r>
              <a:rPr lang="en-SG" sz="2800" dirty="0">
                <a:latin typeface="Arial Narrow" panose="020B0606020202030204" pitchFamily="34" charset="0"/>
              </a:rPr>
              <a:t>required </a:t>
            </a:r>
            <a:r>
              <a:rPr lang="en-SG" sz="2800" b="0" i="0" dirty="0">
                <a:effectLst/>
                <a:latin typeface="Arial Narrow" panose="020B0606020202030204" pitchFamily="34" charset="0"/>
              </a:rPr>
              <a:t>before PT assessment</a:t>
            </a:r>
            <a:endParaRPr lang="en-SG" sz="2800" dirty="0">
              <a:latin typeface="Arial Narrow" panose="020B0606020202030204" pitchFamily="34" charset="0"/>
            </a:endParaRPr>
          </a:p>
        </p:txBody>
      </p:sp>
      <p:sp>
        <p:nvSpPr>
          <p:cNvPr id="9" name="TextBox 8">
            <a:extLst>
              <a:ext uri="{FF2B5EF4-FFF2-40B4-BE49-F238E27FC236}">
                <a16:creationId xmlns:a16="http://schemas.microsoft.com/office/drawing/2014/main" id="{47B551FC-E516-670A-FDBA-F2C58ADC65E2}"/>
              </a:ext>
            </a:extLst>
          </p:cNvPr>
          <p:cNvSpPr txBox="1"/>
          <p:nvPr/>
        </p:nvSpPr>
        <p:spPr>
          <a:xfrm>
            <a:off x="0" y="3978497"/>
            <a:ext cx="1888704" cy="408125"/>
          </a:xfrm>
          <a:prstGeom prst="rect">
            <a:avLst/>
          </a:prstGeom>
          <a:noFill/>
        </p:spPr>
        <p:txBody>
          <a:bodyPr wrap="square">
            <a:spAutoFit/>
          </a:bodyPr>
          <a:lstStyle/>
          <a:p>
            <a:pPr marL="0" indent="0" fontAlgn="t">
              <a:lnSpc>
                <a:spcPct val="114000"/>
              </a:lnSpc>
              <a:spcBef>
                <a:spcPts val="0"/>
              </a:spcBef>
              <a:buSzPct val="50000"/>
              <a:buNone/>
            </a:pPr>
            <a:r>
              <a:rPr lang="en-US" sz="1800" b="1" i="0" dirty="0">
                <a:effectLst/>
                <a:latin typeface="Arial Narrow" panose="020B0606020202030204" pitchFamily="34" charset="0"/>
              </a:rPr>
              <a:t>No of </a:t>
            </a:r>
            <a:r>
              <a:rPr lang="en-US" b="1" dirty="0">
                <a:latin typeface="Arial Narrow" panose="020B0606020202030204" pitchFamily="34" charset="0"/>
              </a:rPr>
              <a:t>P</a:t>
            </a:r>
            <a:r>
              <a:rPr lang="en-US" sz="1800" b="1" i="0" dirty="0">
                <a:effectLst/>
              </a:rPr>
              <a:t>hone</a:t>
            </a:r>
            <a:r>
              <a:rPr lang="en-US" sz="1800" b="1" i="0" dirty="0">
                <a:effectLst/>
                <a:latin typeface="Arial Narrow" panose="020B0606020202030204" pitchFamily="34" charset="0"/>
              </a:rPr>
              <a:t> </a:t>
            </a:r>
            <a:r>
              <a:rPr lang="en-US" b="1" dirty="0">
                <a:latin typeface="Arial Narrow" panose="020B0606020202030204" pitchFamily="34" charset="0"/>
              </a:rPr>
              <a:t>C</a:t>
            </a:r>
            <a:r>
              <a:rPr lang="en-US" sz="1800" b="1" i="0" dirty="0">
                <a:effectLst/>
                <a:latin typeface="Arial Narrow" panose="020B0606020202030204" pitchFamily="34" charset="0"/>
              </a:rPr>
              <a:t>alls</a:t>
            </a:r>
            <a:endParaRPr lang="en-SG" sz="1800" b="1" i="0" dirty="0">
              <a:effectLst/>
              <a:latin typeface="Arial Narrow" panose="020B0606020202030204" pitchFamily="34" charset="0"/>
            </a:endParaRPr>
          </a:p>
        </p:txBody>
      </p:sp>
      <p:sp>
        <p:nvSpPr>
          <p:cNvPr id="12" name="TextBox 11">
            <a:extLst>
              <a:ext uri="{FF2B5EF4-FFF2-40B4-BE49-F238E27FC236}">
                <a16:creationId xmlns:a16="http://schemas.microsoft.com/office/drawing/2014/main" id="{D77AA3A1-9AF8-65E2-D69F-00BD03AF206C}"/>
              </a:ext>
            </a:extLst>
          </p:cNvPr>
          <p:cNvSpPr txBox="1"/>
          <p:nvPr/>
        </p:nvSpPr>
        <p:spPr>
          <a:xfrm>
            <a:off x="5556690" y="6086017"/>
            <a:ext cx="1431315" cy="408125"/>
          </a:xfrm>
          <a:prstGeom prst="rect">
            <a:avLst/>
          </a:prstGeom>
          <a:noFill/>
        </p:spPr>
        <p:txBody>
          <a:bodyPr wrap="square">
            <a:spAutoFit/>
          </a:bodyPr>
          <a:lstStyle/>
          <a:p>
            <a:pPr marL="0" indent="0" fontAlgn="t">
              <a:lnSpc>
                <a:spcPct val="114000"/>
              </a:lnSpc>
              <a:spcBef>
                <a:spcPts val="0"/>
              </a:spcBef>
              <a:buSzPct val="50000"/>
              <a:buNone/>
            </a:pPr>
            <a:r>
              <a:rPr lang="en-US" sz="1800" b="1" i="0" dirty="0">
                <a:effectLst/>
              </a:rPr>
              <a:t>Patient</a:t>
            </a:r>
            <a:endParaRPr lang="en-SG" sz="1800" b="1" i="0" dirty="0">
              <a:effectLst/>
            </a:endParaRPr>
          </a:p>
        </p:txBody>
      </p:sp>
      <p:sp>
        <p:nvSpPr>
          <p:cNvPr id="13" name="TextBox 12">
            <a:extLst>
              <a:ext uri="{FF2B5EF4-FFF2-40B4-BE49-F238E27FC236}">
                <a16:creationId xmlns:a16="http://schemas.microsoft.com/office/drawing/2014/main" id="{75F5CF7B-B662-EF1B-A13A-57FB3CBA4236}"/>
              </a:ext>
            </a:extLst>
          </p:cNvPr>
          <p:cNvSpPr txBox="1"/>
          <p:nvPr/>
        </p:nvSpPr>
        <p:spPr>
          <a:xfrm>
            <a:off x="9140057" y="3310607"/>
            <a:ext cx="1508218" cy="337913"/>
          </a:xfrm>
          <a:prstGeom prst="rect">
            <a:avLst/>
          </a:prstGeom>
          <a:noFill/>
        </p:spPr>
        <p:txBody>
          <a:bodyPr wrap="square">
            <a:spAutoFit/>
          </a:bodyPr>
          <a:lstStyle/>
          <a:p>
            <a:pPr marL="0" indent="0" fontAlgn="t">
              <a:lnSpc>
                <a:spcPct val="114000"/>
              </a:lnSpc>
              <a:spcBef>
                <a:spcPts val="0"/>
              </a:spcBef>
              <a:buSzPct val="50000"/>
              <a:buNone/>
            </a:pPr>
            <a:r>
              <a:rPr lang="en-US" sz="1400" b="1" i="1" dirty="0">
                <a:effectLst/>
                <a:latin typeface="Arial Narrow" panose="020B0606020202030204" pitchFamily="34" charset="0"/>
              </a:rPr>
              <a:t>Median: 4 calls</a:t>
            </a:r>
            <a:endParaRPr lang="en-SG" sz="1400" b="1" i="1" dirty="0">
              <a:effectLst/>
              <a:latin typeface="Arial Narrow" panose="020B0606020202030204" pitchFamily="34" charset="0"/>
            </a:endParaRPr>
          </a:p>
        </p:txBody>
      </p:sp>
      <p:pic>
        <p:nvPicPr>
          <p:cNvPr id="14" name="chart">
            <a:extLst>
              <a:ext uri="{FF2B5EF4-FFF2-40B4-BE49-F238E27FC236}">
                <a16:creationId xmlns:a16="http://schemas.microsoft.com/office/drawing/2014/main" id="{989B8CFB-585F-8C42-EA70-88FE2D48B03A}"/>
              </a:ext>
            </a:extLst>
          </p:cNvPr>
          <p:cNvPicPr>
            <a:picLocks noChangeAspect="1"/>
          </p:cNvPicPr>
          <p:nvPr/>
        </p:nvPicPr>
        <p:blipFill>
          <a:blip r:embed="rId4"/>
          <a:stretch>
            <a:fillRect/>
          </a:stretch>
        </p:blipFill>
        <p:spPr>
          <a:xfrm>
            <a:off x="8025772" y="6207363"/>
            <a:ext cx="2228571" cy="476190"/>
          </a:xfrm>
          <a:prstGeom prst="rect">
            <a:avLst/>
          </a:prstGeom>
        </p:spPr>
      </p:pic>
      <p:sp>
        <p:nvSpPr>
          <p:cNvPr id="4" name="TextBox 3">
            <a:extLst>
              <a:ext uri="{FF2B5EF4-FFF2-40B4-BE49-F238E27FC236}">
                <a16:creationId xmlns:a16="http://schemas.microsoft.com/office/drawing/2014/main" id="{46CF96B0-A88E-DF5B-C48F-A0CE1F7C7AD5}"/>
              </a:ext>
            </a:extLst>
          </p:cNvPr>
          <p:cNvSpPr txBox="1"/>
          <p:nvPr/>
        </p:nvSpPr>
        <p:spPr>
          <a:xfrm>
            <a:off x="160004" y="1925910"/>
            <a:ext cx="2433484"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262626"/>
                </a:solidFill>
                <a:latin typeface="Arial Black"/>
              </a:rPr>
              <a:t>RUN Chart</a:t>
            </a:r>
            <a:endParaRPr lang="en-US" sz="2400" dirty="0">
              <a:ea typeface="Calibri"/>
              <a:cs typeface="Calibri"/>
            </a:endParaRPr>
          </a:p>
          <a:p>
            <a:pPr algn="ctr"/>
            <a:endParaRPr lang="en-US" sz="1400" dirty="0">
              <a:ea typeface="Calibri"/>
              <a:cs typeface="Calibri"/>
            </a:endParaRPr>
          </a:p>
        </p:txBody>
      </p:sp>
    </p:spTree>
    <p:extLst>
      <p:ext uri="{BB962C8B-B14F-4D97-AF65-F5344CB8AC3E}">
        <p14:creationId xmlns:p14="http://schemas.microsoft.com/office/powerpoint/2010/main" val="2791824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0-#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1000" fill="hold"/>
                                        <p:tgtEl>
                                          <p:spTgt spid="23"/>
                                        </p:tgtEl>
                                        <p:attrNameLst>
                                          <p:attrName>ppt_x</p:attrName>
                                        </p:attrNameLst>
                                      </p:cBhvr>
                                      <p:tavLst>
                                        <p:tav tm="0">
                                          <p:val>
                                            <p:strVal val="1+#ppt_w/2"/>
                                          </p:val>
                                        </p:tav>
                                        <p:tav tm="100000">
                                          <p:val>
                                            <p:strVal val="#ppt_x"/>
                                          </p:val>
                                        </p:tav>
                                      </p:tavLst>
                                    </p:anim>
                                    <p:anim calcmode="lin" valueType="num">
                                      <p:cBhvr additive="base">
                                        <p:cTn id="12" dur="10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hidden="1"/>
          <p:cNvSpPr>
            <a:spLocks noGrp="1"/>
          </p:cNvSpPr>
          <p:nvPr>
            <p:ph type="title"/>
          </p:nvPr>
        </p:nvSpPr>
        <p:spPr/>
        <p:txBody>
          <a:bodyPr/>
          <a:lstStyle/>
          <a:p>
            <a:r>
              <a:rPr lang="en-US"/>
              <a:t>Sample 3</a:t>
            </a:r>
          </a:p>
        </p:txBody>
      </p:sp>
      <p:sp>
        <p:nvSpPr>
          <p:cNvPr id="6" name="TextBox 5"/>
          <p:cNvSpPr txBox="1"/>
          <p:nvPr/>
        </p:nvSpPr>
        <p:spPr>
          <a:xfrm>
            <a:off x="352697" y="64109"/>
            <a:ext cx="11839302" cy="713016"/>
          </a:xfrm>
          <a:prstGeom prst="rect">
            <a:avLst/>
          </a:prstGeom>
          <a:noFill/>
        </p:spPr>
        <p:txBody>
          <a:bodyPr wrap="square" rtlCol="0">
            <a:spAutoFit/>
          </a:bodyPr>
          <a:lstStyle/>
          <a:p>
            <a:pPr>
              <a:lnSpc>
                <a:spcPct val="150000"/>
              </a:lnSpc>
            </a:pPr>
            <a:r>
              <a:rPr lang="en-US" sz="3000" b="1">
                <a:solidFill>
                  <a:schemeClr val="tx1">
                    <a:lumMod val="85000"/>
                    <a:lumOff val="15000"/>
                  </a:schemeClr>
                </a:solidFill>
                <a:latin typeface="Arial Black" charset="0"/>
                <a:ea typeface="Arial Black" charset="0"/>
                <a:cs typeface="Arial Black" charset="0"/>
              </a:rPr>
              <a:t>B. Goal (</a:t>
            </a:r>
            <a:r>
              <a:rPr lang="en-US" sz="3000" b="1">
                <a:solidFill>
                  <a:srgbClr val="0070C0"/>
                </a:solidFill>
                <a:latin typeface="Arial Black" charset="0"/>
                <a:ea typeface="Arial Black" charset="0"/>
                <a:cs typeface="Arial Black" charset="0"/>
              </a:rPr>
              <a:t>P</a:t>
            </a:r>
            <a:r>
              <a:rPr lang="en-US" sz="3000" b="1">
                <a:solidFill>
                  <a:schemeClr val="tx1">
                    <a:lumMod val="85000"/>
                    <a:lumOff val="15000"/>
                  </a:schemeClr>
                </a:solidFill>
                <a:latin typeface="Arial Black" charset="0"/>
                <a:ea typeface="Arial Black" charset="0"/>
                <a:cs typeface="Arial Black" charset="0"/>
              </a:rPr>
              <a:t>LAN) </a:t>
            </a:r>
            <a:r>
              <a:rPr lang="en-US" sz="1600">
                <a:solidFill>
                  <a:schemeClr val="tx1">
                    <a:lumMod val="85000"/>
                    <a:lumOff val="15000"/>
                  </a:schemeClr>
                </a:solidFill>
                <a:latin typeface="Arial" charset="0"/>
                <a:ea typeface="Arial" charset="0"/>
                <a:cs typeface="Arial" charset="0"/>
              </a:rPr>
              <a:t>Set </a:t>
            </a:r>
            <a:r>
              <a:rPr lang="en-US" sz="1600" b="1">
                <a:solidFill>
                  <a:schemeClr val="tx1">
                    <a:lumMod val="85000"/>
                    <a:lumOff val="15000"/>
                  </a:schemeClr>
                </a:solidFill>
                <a:latin typeface="Arial" charset="0"/>
                <a:ea typeface="Arial" charset="0"/>
                <a:cs typeface="Arial" charset="0"/>
              </a:rPr>
              <a:t>SMART</a:t>
            </a:r>
            <a:r>
              <a:rPr lang="en-US" sz="1600">
                <a:solidFill>
                  <a:schemeClr val="tx1">
                    <a:lumMod val="85000"/>
                    <a:lumOff val="15000"/>
                  </a:schemeClr>
                </a:solidFill>
                <a:latin typeface="Arial" charset="0"/>
                <a:ea typeface="Arial" charset="0"/>
                <a:cs typeface="Arial" charset="0"/>
              </a:rPr>
              <a:t> goals  |  </a:t>
            </a:r>
            <a:r>
              <a:rPr lang="en-US" sz="1600" b="1">
                <a:solidFill>
                  <a:schemeClr val="tx1">
                    <a:lumMod val="85000"/>
                    <a:lumOff val="15000"/>
                  </a:schemeClr>
                </a:solidFill>
                <a:latin typeface="Arial" charset="0"/>
                <a:ea typeface="Arial" charset="0"/>
                <a:cs typeface="Arial" charset="0"/>
              </a:rPr>
              <a:t>S</a:t>
            </a:r>
            <a:r>
              <a:rPr lang="en-US" sz="1600">
                <a:solidFill>
                  <a:schemeClr val="tx1">
                    <a:lumMod val="85000"/>
                    <a:lumOff val="15000"/>
                  </a:schemeClr>
                </a:solidFill>
                <a:latin typeface="Arial" charset="0"/>
                <a:ea typeface="Arial" charset="0"/>
                <a:cs typeface="Arial" charset="0"/>
              </a:rPr>
              <a:t>pecific, </a:t>
            </a:r>
            <a:r>
              <a:rPr lang="en-US" sz="1600" b="1">
                <a:solidFill>
                  <a:schemeClr val="tx1">
                    <a:lumMod val="85000"/>
                    <a:lumOff val="15000"/>
                  </a:schemeClr>
                </a:solidFill>
                <a:latin typeface="Arial" charset="0"/>
                <a:ea typeface="Arial" charset="0"/>
                <a:cs typeface="Arial" charset="0"/>
              </a:rPr>
              <a:t>M</a:t>
            </a:r>
            <a:r>
              <a:rPr lang="en-US" sz="1600">
                <a:solidFill>
                  <a:schemeClr val="tx1">
                    <a:lumMod val="85000"/>
                    <a:lumOff val="15000"/>
                  </a:schemeClr>
                </a:solidFill>
                <a:latin typeface="Arial" charset="0"/>
                <a:ea typeface="Arial" charset="0"/>
                <a:cs typeface="Arial" charset="0"/>
              </a:rPr>
              <a:t>easurable, </a:t>
            </a:r>
            <a:r>
              <a:rPr lang="en-US" sz="1600" b="1">
                <a:solidFill>
                  <a:schemeClr val="tx1">
                    <a:lumMod val="85000"/>
                    <a:lumOff val="15000"/>
                  </a:schemeClr>
                </a:solidFill>
                <a:latin typeface="Arial" charset="0"/>
                <a:ea typeface="Arial" charset="0"/>
                <a:cs typeface="Arial" charset="0"/>
              </a:rPr>
              <a:t>A</a:t>
            </a:r>
            <a:r>
              <a:rPr lang="en-US" sz="1600">
                <a:solidFill>
                  <a:schemeClr val="tx1">
                    <a:lumMod val="85000"/>
                    <a:lumOff val="15000"/>
                  </a:schemeClr>
                </a:solidFill>
                <a:latin typeface="Arial" charset="0"/>
                <a:ea typeface="Arial" charset="0"/>
                <a:cs typeface="Arial" charset="0"/>
              </a:rPr>
              <a:t>chievable, </a:t>
            </a:r>
            <a:r>
              <a:rPr lang="en-US" sz="1600" b="1">
                <a:solidFill>
                  <a:schemeClr val="tx1">
                    <a:lumMod val="85000"/>
                    <a:lumOff val="15000"/>
                  </a:schemeClr>
                </a:solidFill>
                <a:latin typeface="Arial" charset="0"/>
                <a:ea typeface="Arial" charset="0"/>
                <a:cs typeface="Arial" charset="0"/>
              </a:rPr>
              <a:t>R</a:t>
            </a:r>
            <a:r>
              <a:rPr lang="en-US" sz="1600">
                <a:solidFill>
                  <a:schemeClr val="tx1">
                    <a:lumMod val="85000"/>
                    <a:lumOff val="15000"/>
                  </a:schemeClr>
                </a:solidFill>
                <a:latin typeface="Arial" charset="0"/>
                <a:ea typeface="Arial" charset="0"/>
                <a:cs typeface="Arial" charset="0"/>
              </a:rPr>
              <a:t>elevant, </a:t>
            </a:r>
            <a:r>
              <a:rPr lang="en-US" sz="1600" b="1">
                <a:solidFill>
                  <a:schemeClr val="tx1">
                    <a:lumMod val="85000"/>
                    <a:lumOff val="15000"/>
                  </a:schemeClr>
                </a:solidFill>
                <a:latin typeface="Arial" charset="0"/>
                <a:ea typeface="Arial" charset="0"/>
                <a:cs typeface="Arial" charset="0"/>
              </a:rPr>
              <a:t>T</a:t>
            </a:r>
            <a:r>
              <a:rPr lang="en-US" sz="1600">
                <a:solidFill>
                  <a:schemeClr val="tx1">
                    <a:lumMod val="85000"/>
                    <a:lumOff val="15000"/>
                  </a:schemeClr>
                </a:solidFill>
                <a:latin typeface="Arial" charset="0"/>
                <a:ea typeface="Arial" charset="0"/>
                <a:cs typeface="Arial" charset="0"/>
              </a:rPr>
              <a:t>ime-based |</a:t>
            </a:r>
          </a:p>
        </p:txBody>
      </p:sp>
      <p:cxnSp>
        <p:nvCxnSpPr>
          <p:cNvPr id="23" name="Straight Connector 22">
            <a:extLst>
              <a:ext uri="{C183D7F6-B498-43B3-948B-1728B52AA6E4}">
                <adec:decorative xmlns:adec="http://schemas.microsoft.com/office/drawing/2017/decorative" val="1"/>
              </a:ext>
            </a:extLst>
          </p:cNvPr>
          <p:cNvCxnSpPr/>
          <p:nvPr/>
        </p:nvCxnSpPr>
        <p:spPr>
          <a:xfrm flipV="1">
            <a:off x="226423" y="742663"/>
            <a:ext cx="10615985" cy="3388"/>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7" name="Group 6"/>
          <p:cNvGrpSpPr/>
          <p:nvPr/>
        </p:nvGrpSpPr>
        <p:grpSpPr>
          <a:xfrm>
            <a:off x="10988841" y="201276"/>
            <a:ext cx="1058779" cy="1089550"/>
            <a:chOff x="6593936" y="2001577"/>
            <a:chExt cx="3956081" cy="3956080"/>
          </a:xfrm>
        </p:grpSpPr>
        <p:grpSp>
          <p:nvGrpSpPr>
            <p:cNvPr id="2" name="Group 1">
              <a:extLst>
                <a:ext uri="{C183D7F6-B498-43B3-948B-1728B52AA6E4}">
                  <adec:decorative xmlns:adec="http://schemas.microsoft.com/office/drawing/2017/decorative" val="1"/>
                </a:ext>
              </a:extLst>
            </p:cNvPr>
            <p:cNvGrpSpPr/>
            <p:nvPr/>
          </p:nvGrpSpPr>
          <p:grpSpPr>
            <a:xfrm>
              <a:off x="7079619" y="2522492"/>
              <a:ext cx="3193392" cy="2840133"/>
              <a:chOff x="7078031" y="2522491"/>
              <a:chExt cx="3193392" cy="2840133"/>
            </a:xfrm>
          </p:grpSpPr>
          <p:sp>
            <p:nvSpPr>
              <p:cNvPr id="107" name="Freeform 5"/>
              <p:cNvSpPr>
                <a:spLocks/>
              </p:cNvSpPr>
              <p:nvPr/>
            </p:nvSpPr>
            <p:spPr bwMode="auto">
              <a:xfrm>
                <a:off x="7430552" y="2522491"/>
                <a:ext cx="1141176" cy="1448313"/>
              </a:xfrm>
              <a:custGeom>
                <a:avLst/>
                <a:gdLst/>
                <a:ahLst/>
                <a:cxnLst>
                  <a:cxn ang="0">
                    <a:pos x="1698" y="2155"/>
                  </a:cxn>
                  <a:cxn ang="0">
                    <a:pos x="0" y="828"/>
                  </a:cxn>
                  <a:cxn ang="0">
                    <a:pos x="0" y="828"/>
                  </a:cxn>
                  <a:cxn ang="0">
                    <a:pos x="40" y="779"/>
                  </a:cxn>
                  <a:cxn ang="0">
                    <a:pos x="80" y="731"/>
                  </a:cxn>
                  <a:cxn ang="0">
                    <a:pos x="122" y="684"/>
                  </a:cxn>
                  <a:cxn ang="0">
                    <a:pos x="166" y="640"/>
                  </a:cxn>
                  <a:cxn ang="0">
                    <a:pos x="209" y="596"/>
                  </a:cxn>
                  <a:cxn ang="0">
                    <a:pos x="255" y="553"/>
                  </a:cxn>
                  <a:cxn ang="0">
                    <a:pos x="300" y="513"/>
                  </a:cxn>
                  <a:cxn ang="0">
                    <a:pos x="346" y="473"/>
                  </a:cxn>
                  <a:cxn ang="0">
                    <a:pos x="393" y="435"/>
                  </a:cxn>
                  <a:cxn ang="0">
                    <a:pos x="443" y="399"/>
                  </a:cxn>
                  <a:cxn ang="0">
                    <a:pos x="492" y="365"/>
                  </a:cxn>
                  <a:cxn ang="0">
                    <a:pos x="542" y="330"/>
                  </a:cxn>
                  <a:cxn ang="0">
                    <a:pos x="593" y="300"/>
                  </a:cxn>
                  <a:cxn ang="0">
                    <a:pos x="646" y="270"/>
                  </a:cxn>
                  <a:cxn ang="0">
                    <a:pos x="697" y="241"/>
                  </a:cxn>
                  <a:cxn ang="0">
                    <a:pos x="750" y="213"/>
                  </a:cxn>
                  <a:cxn ang="0">
                    <a:pos x="805" y="188"/>
                  </a:cxn>
                  <a:cxn ang="0">
                    <a:pos x="861" y="163"/>
                  </a:cxn>
                  <a:cxn ang="0">
                    <a:pos x="916" y="142"/>
                  </a:cxn>
                  <a:cxn ang="0">
                    <a:pos x="973" y="122"/>
                  </a:cxn>
                  <a:cxn ang="0">
                    <a:pos x="1030" y="103"/>
                  </a:cxn>
                  <a:cxn ang="0">
                    <a:pos x="1088" y="84"/>
                  </a:cxn>
                  <a:cxn ang="0">
                    <a:pos x="1145" y="68"/>
                  </a:cxn>
                  <a:cxn ang="0">
                    <a:pos x="1204" y="55"/>
                  </a:cxn>
                  <a:cxn ang="0">
                    <a:pos x="1265" y="42"/>
                  </a:cxn>
                  <a:cxn ang="0">
                    <a:pos x="1326" y="30"/>
                  </a:cxn>
                  <a:cxn ang="0">
                    <a:pos x="1387" y="21"/>
                  </a:cxn>
                  <a:cxn ang="0">
                    <a:pos x="1447" y="13"/>
                  </a:cxn>
                  <a:cxn ang="0">
                    <a:pos x="1510" y="8"/>
                  </a:cxn>
                  <a:cxn ang="0">
                    <a:pos x="1573" y="4"/>
                  </a:cxn>
                  <a:cxn ang="0">
                    <a:pos x="1635" y="2"/>
                  </a:cxn>
                  <a:cxn ang="0">
                    <a:pos x="1698" y="0"/>
                  </a:cxn>
                  <a:cxn ang="0">
                    <a:pos x="1698" y="2155"/>
                  </a:cxn>
                </a:cxnLst>
                <a:rect l="0" t="0" r="r" b="b"/>
                <a:pathLst>
                  <a:path w="1698" h="2155">
                    <a:moveTo>
                      <a:pt x="1698" y="2155"/>
                    </a:moveTo>
                    <a:lnTo>
                      <a:pt x="0" y="828"/>
                    </a:lnTo>
                    <a:lnTo>
                      <a:pt x="0" y="828"/>
                    </a:lnTo>
                    <a:lnTo>
                      <a:pt x="40" y="779"/>
                    </a:lnTo>
                    <a:lnTo>
                      <a:pt x="80" y="731"/>
                    </a:lnTo>
                    <a:lnTo>
                      <a:pt x="122" y="684"/>
                    </a:lnTo>
                    <a:lnTo>
                      <a:pt x="166" y="640"/>
                    </a:lnTo>
                    <a:lnTo>
                      <a:pt x="209" y="596"/>
                    </a:lnTo>
                    <a:lnTo>
                      <a:pt x="255" y="553"/>
                    </a:lnTo>
                    <a:lnTo>
                      <a:pt x="300" y="513"/>
                    </a:lnTo>
                    <a:lnTo>
                      <a:pt x="346" y="473"/>
                    </a:lnTo>
                    <a:lnTo>
                      <a:pt x="393" y="435"/>
                    </a:lnTo>
                    <a:lnTo>
                      <a:pt x="443" y="399"/>
                    </a:lnTo>
                    <a:lnTo>
                      <a:pt x="492" y="365"/>
                    </a:lnTo>
                    <a:lnTo>
                      <a:pt x="542" y="330"/>
                    </a:lnTo>
                    <a:lnTo>
                      <a:pt x="593" y="300"/>
                    </a:lnTo>
                    <a:lnTo>
                      <a:pt x="646" y="270"/>
                    </a:lnTo>
                    <a:lnTo>
                      <a:pt x="697" y="241"/>
                    </a:lnTo>
                    <a:lnTo>
                      <a:pt x="750" y="213"/>
                    </a:lnTo>
                    <a:lnTo>
                      <a:pt x="805" y="188"/>
                    </a:lnTo>
                    <a:lnTo>
                      <a:pt x="861" y="163"/>
                    </a:lnTo>
                    <a:lnTo>
                      <a:pt x="916" y="142"/>
                    </a:lnTo>
                    <a:lnTo>
                      <a:pt x="973" y="122"/>
                    </a:lnTo>
                    <a:lnTo>
                      <a:pt x="1030" y="103"/>
                    </a:lnTo>
                    <a:lnTo>
                      <a:pt x="1088" y="84"/>
                    </a:lnTo>
                    <a:lnTo>
                      <a:pt x="1145" y="68"/>
                    </a:lnTo>
                    <a:lnTo>
                      <a:pt x="1204" y="55"/>
                    </a:lnTo>
                    <a:lnTo>
                      <a:pt x="1265" y="42"/>
                    </a:lnTo>
                    <a:lnTo>
                      <a:pt x="1326" y="30"/>
                    </a:lnTo>
                    <a:lnTo>
                      <a:pt x="1387" y="21"/>
                    </a:lnTo>
                    <a:lnTo>
                      <a:pt x="1447" y="13"/>
                    </a:lnTo>
                    <a:lnTo>
                      <a:pt x="1510" y="8"/>
                    </a:lnTo>
                    <a:lnTo>
                      <a:pt x="1573" y="4"/>
                    </a:lnTo>
                    <a:lnTo>
                      <a:pt x="1635" y="2"/>
                    </a:lnTo>
                    <a:lnTo>
                      <a:pt x="1698" y="0"/>
                    </a:lnTo>
                    <a:lnTo>
                      <a:pt x="1698" y="2155"/>
                    </a:lnTo>
                    <a:close/>
                  </a:path>
                </a:pathLst>
              </a:custGeom>
              <a:solidFill>
                <a:srgbClr val="7030A0"/>
              </a:solidFill>
              <a:ln w="3175" cmpd="sng">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8" name="Freeform 6"/>
              <p:cNvSpPr>
                <a:spLocks/>
              </p:cNvSpPr>
              <p:nvPr/>
            </p:nvSpPr>
            <p:spPr bwMode="auto">
              <a:xfrm>
                <a:off x="7847012" y="3533885"/>
                <a:ext cx="718974" cy="603085"/>
              </a:xfrm>
              <a:custGeom>
                <a:avLst/>
                <a:gdLst/>
                <a:ahLst/>
                <a:cxnLst>
                  <a:cxn ang="0">
                    <a:pos x="2159" y="1327"/>
                  </a:cxn>
                  <a:cxn ang="0">
                    <a:pos x="59" y="1811"/>
                  </a:cxn>
                  <a:cxn ang="0">
                    <a:pos x="59" y="1811"/>
                  </a:cxn>
                  <a:cxn ang="0">
                    <a:pos x="45" y="1751"/>
                  </a:cxn>
                  <a:cxn ang="0">
                    <a:pos x="34" y="1688"/>
                  </a:cxn>
                  <a:cxn ang="0">
                    <a:pos x="25" y="1627"/>
                  </a:cxn>
                  <a:cxn ang="0">
                    <a:pos x="15" y="1567"/>
                  </a:cxn>
                  <a:cxn ang="0">
                    <a:pos x="9" y="1506"/>
                  </a:cxn>
                  <a:cxn ang="0">
                    <a:pos x="4" y="1445"/>
                  </a:cxn>
                  <a:cxn ang="0">
                    <a:pos x="0" y="1384"/>
                  </a:cxn>
                  <a:cxn ang="0">
                    <a:pos x="0" y="1325"/>
                  </a:cxn>
                  <a:cxn ang="0">
                    <a:pos x="0" y="1265"/>
                  </a:cxn>
                  <a:cxn ang="0">
                    <a:pos x="0" y="1206"/>
                  </a:cxn>
                  <a:cxn ang="0">
                    <a:pos x="4" y="1147"/>
                  </a:cxn>
                  <a:cxn ang="0">
                    <a:pos x="9" y="1088"/>
                  </a:cxn>
                  <a:cxn ang="0">
                    <a:pos x="15" y="1031"/>
                  </a:cxn>
                  <a:cxn ang="0">
                    <a:pos x="25" y="972"/>
                  </a:cxn>
                  <a:cxn ang="0">
                    <a:pos x="34" y="915"/>
                  </a:cxn>
                  <a:cxn ang="0">
                    <a:pos x="45" y="858"/>
                  </a:cxn>
                  <a:cxn ang="0">
                    <a:pos x="59" y="801"/>
                  </a:cxn>
                  <a:cxn ang="0">
                    <a:pos x="74" y="746"/>
                  </a:cxn>
                  <a:cxn ang="0">
                    <a:pos x="91" y="689"/>
                  </a:cxn>
                  <a:cxn ang="0">
                    <a:pos x="110" y="634"/>
                  </a:cxn>
                  <a:cxn ang="0">
                    <a:pos x="131" y="579"/>
                  </a:cxn>
                  <a:cxn ang="0">
                    <a:pos x="152" y="524"/>
                  </a:cxn>
                  <a:cxn ang="0">
                    <a:pos x="175" y="471"/>
                  </a:cxn>
                  <a:cxn ang="0">
                    <a:pos x="201" y="416"/>
                  </a:cxn>
                  <a:cxn ang="0">
                    <a:pos x="228" y="363"/>
                  </a:cxn>
                  <a:cxn ang="0">
                    <a:pos x="256" y="309"/>
                  </a:cxn>
                  <a:cxn ang="0">
                    <a:pos x="287" y="256"/>
                  </a:cxn>
                  <a:cxn ang="0">
                    <a:pos x="317" y="205"/>
                  </a:cxn>
                  <a:cxn ang="0">
                    <a:pos x="351" y="154"/>
                  </a:cxn>
                  <a:cxn ang="0">
                    <a:pos x="385" y="102"/>
                  </a:cxn>
                  <a:cxn ang="0">
                    <a:pos x="423" y="51"/>
                  </a:cxn>
                  <a:cxn ang="0">
                    <a:pos x="461" y="0"/>
                  </a:cxn>
                  <a:cxn ang="0">
                    <a:pos x="2159" y="1327"/>
                  </a:cxn>
                </a:cxnLst>
                <a:rect l="0" t="0" r="r" b="b"/>
                <a:pathLst>
                  <a:path w="2159" h="1811">
                    <a:moveTo>
                      <a:pt x="2159" y="1327"/>
                    </a:moveTo>
                    <a:lnTo>
                      <a:pt x="59" y="1811"/>
                    </a:lnTo>
                    <a:lnTo>
                      <a:pt x="59" y="1811"/>
                    </a:lnTo>
                    <a:lnTo>
                      <a:pt x="45" y="1751"/>
                    </a:lnTo>
                    <a:lnTo>
                      <a:pt x="34" y="1688"/>
                    </a:lnTo>
                    <a:lnTo>
                      <a:pt x="25" y="1627"/>
                    </a:lnTo>
                    <a:lnTo>
                      <a:pt x="15" y="1567"/>
                    </a:lnTo>
                    <a:lnTo>
                      <a:pt x="9" y="1506"/>
                    </a:lnTo>
                    <a:lnTo>
                      <a:pt x="4" y="1445"/>
                    </a:lnTo>
                    <a:lnTo>
                      <a:pt x="0" y="1384"/>
                    </a:lnTo>
                    <a:lnTo>
                      <a:pt x="0" y="1325"/>
                    </a:lnTo>
                    <a:lnTo>
                      <a:pt x="0" y="1265"/>
                    </a:lnTo>
                    <a:lnTo>
                      <a:pt x="0" y="1206"/>
                    </a:lnTo>
                    <a:lnTo>
                      <a:pt x="4" y="1147"/>
                    </a:lnTo>
                    <a:lnTo>
                      <a:pt x="9" y="1088"/>
                    </a:lnTo>
                    <a:lnTo>
                      <a:pt x="15" y="1031"/>
                    </a:lnTo>
                    <a:lnTo>
                      <a:pt x="25" y="972"/>
                    </a:lnTo>
                    <a:lnTo>
                      <a:pt x="34" y="915"/>
                    </a:lnTo>
                    <a:lnTo>
                      <a:pt x="45" y="858"/>
                    </a:lnTo>
                    <a:lnTo>
                      <a:pt x="59" y="801"/>
                    </a:lnTo>
                    <a:lnTo>
                      <a:pt x="74" y="746"/>
                    </a:lnTo>
                    <a:lnTo>
                      <a:pt x="91" y="689"/>
                    </a:lnTo>
                    <a:lnTo>
                      <a:pt x="110" y="634"/>
                    </a:lnTo>
                    <a:lnTo>
                      <a:pt x="131" y="579"/>
                    </a:lnTo>
                    <a:lnTo>
                      <a:pt x="152" y="524"/>
                    </a:lnTo>
                    <a:lnTo>
                      <a:pt x="175" y="471"/>
                    </a:lnTo>
                    <a:lnTo>
                      <a:pt x="201" y="416"/>
                    </a:lnTo>
                    <a:lnTo>
                      <a:pt x="228" y="363"/>
                    </a:lnTo>
                    <a:lnTo>
                      <a:pt x="256" y="309"/>
                    </a:lnTo>
                    <a:lnTo>
                      <a:pt x="287" y="256"/>
                    </a:lnTo>
                    <a:lnTo>
                      <a:pt x="317" y="205"/>
                    </a:lnTo>
                    <a:lnTo>
                      <a:pt x="351" y="154"/>
                    </a:lnTo>
                    <a:lnTo>
                      <a:pt x="385" y="102"/>
                    </a:lnTo>
                    <a:lnTo>
                      <a:pt x="423" y="51"/>
                    </a:lnTo>
                    <a:lnTo>
                      <a:pt x="461" y="0"/>
                    </a:lnTo>
                    <a:lnTo>
                      <a:pt x="2159" y="1327"/>
                    </a:lnTo>
                    <a:close/>
                  </a:path>
                </a:pathLst>
              </a:custGeom>
              <a:solidFill>
                <a:srgbClr val="0070C0"/>
              </a:solidFill>
              <a:ln w="3175" cmpd="sng">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 name="Freeform 7"/>
              <p:cNvSpPr>
                <a:spLocks/>
              </p:cNvSpPr>
              <p:nvPr/>
            </p:nvSpPr>
            <p:spPr bwMode="auto">
              <a:xfrm>
                <a:off x="7078031" y="3981165"/>
                <a:ext cx="1486202" cy="1381459"/>
              </a:xfrm>
              <a:custGeom>
                <a:avLst/>
                <a:gdLst/>
                <a:ahLst/>
                <a:cxnLst>
                  <a:cxn ang="0">
                    <a:pos x="2100" y="0"/>
                  </a:cxn>
                  <a:cxn ang="0">
                    <a:pos x="1190" y="1952"/>
                  </a:cxn>
                  <a:cxn ang="0">
                    <a:pos x="1190" y="1952"/>
                  </a:cxn>
                  <a:cxn ang="0">
                    <a:pos x="1132" y="1926"/>
                  </a:cxn>
                  <a:cxn ang="0">
                    <a:pos x="1076" y="1897"/>
                  </a:cxn>
                  <a:cxn ang="0">
                    <a:pos x="1021" y="1867"/>
                  </a:cxn>
                  <a:cxn ang="0">
                    <a:pos x="968" y="1835"/>
                  </a:cxn>
                  <a:cxn ang="0">
                    <a:pos x="915" y="1802"/>
                  </a:cxn>
                  <a:cxn ang="0">
                    <a:pos x="864" y="1768"/>
                  </a:cxn>
                  <a:cxn ang="0">
                    <a:pos x="814" y="1732"/>
                  </a:cxn>
                  <a:cxn ang="0">
                    <a:pos x="765" y="1696"/>
                  </a:cxn>
                  <a:cxn ang="0">
                    <a:pos x="718" y="1658"/>
                  </a:cxn>
                  <a:cxn ang="0">
                    <a:pos x="672" y="1618"/>
                  </a:cxn>
                  <a:cxn ang="0">
                    <a:pos x="626" y="1578"/>
                  </a:cxn>
                  <a:cxn ang="0">
                    <a:pos x="583" y="1536"/>
                  </a:cxn>
                  <a:cxn ang="0">
                    <a:pos x="541" y="1495"/>
                  </a:cxn>
                  <a:cxn ang="0">
                    <a:pos x="499" y="1451"/>
                  </a:cxn>
                  <a:cxn ang="0">
                    <a:pos x="459" y="1405"/>
                  </a:cxn>
                  <a:cxn ang="0">
                    <a:pos x="421" y="1360"/>
                  </a:cxn>
                  <a:cxn ang="0">
                    <a:pos x="385" y="1312"/>
                  </a:cxn>
                  <a:cxn ang="0">
                    <a:pos x="349" y="1265"/>
                  </a:cxn>
                  <a:cxn ang="0">
                    <a:pos x="315" y="1216"/>
                  </a:cxn>
                  <a:cxn ang="0">
                    <a:pos x="281" y="1164"/>
                  </a:cxn>
                  <a:cxn ang="0">
                    <a:pos x="250" y="1113"/>
                  </a:cxn>
                  <a:cxn ang="0">
                    <a:pos x="220" y="1062"/>
                  </a:cxn>
                  <a:cxn ang="0">
                    <a:pos x="192" y="1007"/>
                  </a:cxn>
                  <a:cxn ang="0">
                    <a:pos x="165" y="954"/>
                  </a:cxn>
                  <a:cxn ang="0">
                    <a:pos x="138" y="898"/>
                  </a:cxn>
                  <a:cxn ang="0">
                    <a:pos x="114" y="841"/>
                  </a:cxn>
                  <a:cxn ang="0">
                    <a:pos x="91" y="784"/>
                  </a:cxn>
                  <a:cxn ang="0">
                    <a:pos x="70" y="726"/>
                  </a:cxn>
                  <a:cxn ang="0">
                    <a:pos x="51" y="667"/>
                  </a:cxn>
                  <a:cxn ang="0">
                    <a:pos x="32" y="608"/>
                  </a:cxn>
                  <a:cxn ang="0">
                    <a:pos x="15" y="547"/>
                  </a:cxn>
                  <a:cxn ang="0">
                    <a:pos x="0" y="484"/>
                  </a:cxn>
                  <a:cxn ang="0">
                    <a:pos x="2100" y="0"/>
                  </a:cxn>
                </a:cxnLst>
                <a:rect l="0" t="0" r="r" b="b"/>
                <a:pathLst>
                  <a:path w="2100" h="1952">
                    <a:moveTo>
                      <a:pt x="2100" y="0"/>
                    </a:moveTo>
                    <a:lnTo>
                      <a:pt x="1190" y="1952"/>
                    </a:lnTo>
                    <a:lnTo>
                      <a:pt x="1190" y="1952"/>
                    </a:lnTo>
                    <a:lnTo>
                      <a:pt x="1132" y="1926"/>
                    </a:lnTo>
                    <a:lnTo>
                      <a:pt x="1076" y="1897"/>
                    </a:lnTo>
                    <a:lnTo>
                      <a:pt x="1021" y="1867"/>
                    </a:lnTo>
                    <a:lnTo>
                      <a:pt x="968" y="1835"/>
                    </a:lnTo>
                    <a:lnTo>
                      <a:pt x="915" y="1802"/>
                    </a:lnTo>
                    <a:lnTo>
                      <a:pt x="864" y="1768"/>
                    </a:lnTo>
                    <a:lnTo>
                      <a:pt x="814" y="1732"/>
                    </a:lnTo>
                    <a:lnTo>
                      <a:pt x="765" y="1696"/>
                    </a:lnTo>
                    <a:lnTo>
                      <a:pt x="718" y="1658"/>
                    </a:lnTo>
                    <a:lnTo>
                      <a:pt x="672" y="1618"/>
                    </a:lnTo>
                    <a:lnTo>
                      <a:pt x="626" y="1578"/>
                    </a:lnTo>
                    <a:lnTo>
                      <a:pt x="583" y="1536"/>
                    </a:lnTo>
                    <a:lnTo>
                      <a:pt x="541" y="1495"/>
                    </a:lnTo>
                    <a:lnTo>
                      <a:pt x="499" y="1451"/>
                    </a:lnTo>
                    <a:lnTo>
                      <a:pt x="459" y="1405"/>
                    </a:lnTo>
                    <a:lnTo>
                      <a:pt x="421" y="1360"/>
                    </a:lnTo>
                    <a:lnTo>
                      <a:pt x="385" y="1312"/>
                    </a:lnTo>
                    <a:lnTo>
                      <a:pt x="349" y="1265"/>
                    </a:lnTo>
                    <a:lnTo>
                      <a:pt x="315" y="1216"/>
                    </a:lnTo>
                    <a:lnTo>
                      <a:pt x="281" y="1164"/>
                    </a:lnTo>
                    <a:lnTo>
                      <a:pt x="250" y="1113"/>
                    </a:lnTo>
                    <a:lnTo>
                      <a:pt x="220" y="1062"/>
                    </a:lnTo>
                    <a:lnTo>
                      <a:pt x="192" y="1007"/>
                    </a:lnTo>
                    <a:lnTo>
                      <a:pt x="165" y="954"/>
                    </a:lnTo>
                    <a:lnTo>
                      <a:pt x="138" y="898"/>
                    </a:lnTo>
                    <a:lnTo>
                      <a:pt x="114" y="841"/>
                    </a:lnTo>
                    <a:lnTo>
                      <a:pt x="91" y="784"/>
                    </a:lnTo>
                    <a:lnTo>
                      <a:pt x="70" y="726"/>
                    </a:lnTo>
                    <a:lnTo>
                      <a:pt x="51" y="667"/>
                    </a:lnTo>
                    <a:lnTo>
                      <a:pt x="32" y="608"/>
                    </a:lnTo>
                    <a:lnTo>
                      <a:pt x="15" y="547"/>
                    </a:lnTo>
                    <a:lnTo>
                      <a:pt x="0" y="484"/>
                    </a:lnTo>
                    <a:lnTo>
                      <a:pt x="2100" y="0"/>
                    </a:lnTo>
                    <a:close/>
                  </a:path>
                </a:pathLst>
              </a:custGeom>
              <a:solidFill>
                <a:srgbClr val="00B0F0"/>
              </a:solidFill>
              <a:ln w="3175" cmpd="sng">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 name="Freeform 8"/>
              <p:cNvSpPr>
                <a:spLocks/>
              </p:cNvSpPr>
              <p:nvPr/>
            </p:nvSpPr>
            <p:spPr bwMode="auto">
              <a:xfrm>
                <a:off x="8120070" y="3983192"/>
                <a:ext cx="927919" cy="1082406"/>
              </a:xfrm>
              <a:custGeom>
                <a:avLst/>
                <a:gdLst/>
                <a:ahLst/>
                <a:cxnLst>
                  <a:cxn ang="0">
                    <a:pos x="910" y="0"/>
                  </a:cxn>
                  <a:cxn ang="0">
                    <a:pos x="1856" y="1937"/>
                  </a:cxn>
                  <a:cxn ang="0">
                    <a:pos x="1856" y="1937"/>
                  </a:cxn>
                  <a:cxn ang="0">
                    <a:pos x="1797" y="1964"/>
                  </a:cxn>
                  <a:cxn ang="0">
                    <a:pos x="1740" y="1988"/>
                  </a:cxn>
                  <a:cxn ang="0">
                    <a:pos x="1683" y="2013"/>
                  </a:cxn>
                  <a:cxn ang="0">
                    <a:pos x="1626" y="2034"/>
                  </a:cxn>
                  <a:cxn ang="0">
                    <a:pos x="1567" y="2055"/>
                  </a:cxn>
                  <a:cxn ang="0">
                    <a:pos x="1510" y="2074"/>
                  </a:cxn>
                  <a:cxn ang="0">
                    <a:pos x="1451" y="2091"/>
                  </a:cxn>
                  <a:cxn ang="0">
                    <a:pos x="1394" y="2106"/>
                  </a:cxn>
                  <a:cxn ang="0">
                    <a:pos x="1335" y="2119"/>
                  </a:cxn>
                  <a:cxn ang="0">
                    <a:pos x="1278" y="2131"/>
                  </a:cxn>
                  <a:cxn ang="0">
                    <a:pos x="1220" y="2140"/>
                  </a:cxn>
                  <a:cxn ang="0">
                    <a:pos x="1163" y="2148"/>
                  </a:cxn>
                  <a:cxn ang="0">
                    <a:pos x="1104" y="2156"/>
                  </a:cxn>
                  <a:cxn ang="0">
                    <a:pos x="1045" y="2159"/>
                  </a:cxn>
                  <a:cxn ang="0">
                    <a:pos x="988" y="2163"/>
                  </a:cxn>
                  <a:cxn ang="0">
                    <a:pos x="929" y="2165"/>
                  </a:cxn>
                  <a:cxn ang="0">
                    <a:pos x="870" y="2163"/>
                  </a:cxn>
                  <a:cxn ang="0">
                    <a:pos x="813" y="2161"/>
                  </a:cxn>
                  <a:cxn ang="0">
                    <a:pos x="754" y="2157"/>
                  </a:cxn>
                  <a:cxn ang="0">
                    <a:pos x="695" y="2152"/>
                  </a:cxn>
                  <a:cxn ang="0">
                    <a:pos x="638" y="2146"/>
                  </a:cxn>
                  <a:cxn ang="0">
                    <a:pos x="580" y="2137"/>
                  </a:cxn>
                  <a:cxn ang="0">
                    <a:pos x="521" y="2125"/>
                  </a:cxn>
                  <a:cxn ang="0">
                    <a:pos x="464" y="2114"/>
                  </a:cxn>
                  <a:cxn ang="0">
                    <a:pos x="405" y="2099"/>
                  </a:cxn>
                  <a:cxn ang="0">
                    <a:pos x="348" y="2083"/>
                  </a:cxn>
                  <a:cxn ang="0">
                    <a:pos x="289" y="2066"/>
                  </a:cxn>
                  <a:cxn ang="0">
                    <a:pos x="230" y="2047"/>
                  </a:cxn>
                  <a:cxn ang="0">
                    <a:pos x="173" y="2026"/>
                  </a:cxn>
                  <a:cxn ang="0">
                    <a:pos x="114" y="2004"/>
                  </a:cxn>
                  <a:cxn ang="0">
                    <a:pos x="57" y="1979"/>
                  </a:cxn>
                  <a:cxn ang="0">
                    <a:pos x="0" y="1952"/>
                  </a:cxn>
                  <a:cxn ang="0">
                    <a:pos x="910" y="0"/>
                  </a:cxn>
                </a:cxnLst>
                <a:rect l="0" t="0" r="r" b="b"/>
                <a:pathLst>
                  <a:path w="1856" h="2165">
                    <a:moveTo>
                      <a:pt x="910" y="0"/>
                    </a:moveTo>
                    <a:lnTo>
                      <a:pt x="1856" y="1937"/>
                    </a:lnTo>
                    <a:lnTo>
                      <a:pt x="1856" y="1937"/>
                    </a:lnTo>
                    <a:lnTo>
                      <a:pt x="1797" y="1964"/>
                    </a:lnTo>
                    <a:lnTo>
                      <a:pt x="1740" y="1988"/>
                    </a:lnTo>
                    <a:lnTo>
                      <a:pt x="1683" y="2013"/>
                    </a:lnTo>
                    <a:lnTo>
                      <a:pt x="1626" y="2034"/>
                    </a:lnTo>
                    <a:lnTo>
                      <a:pt x="1567" y="2055"/>
                    </a:lnTo>
                    <a:lnTo>
                      <a:pt x="1510" y="2074"/>
                    </a:lnTo>
                    <a:lnTo>
                      <a:pt x="1451" y="2091"/>
                    </a:lnTo>
                    <a:lnTo>
                      <a:pt x="1394" y="2106"/>
                    </a:lnTo>
                    <a:lnTo>
                      <a:pt x="1335" y="2119"/>
                    </a:lnTo>
                    <a:lnTo>
                      <a:pt x="1278" y="2131"/>
                    </a:lnTo>
                    <a:lnTo>
                      <a:pt x="1220" y="2140"/>
                    </a:lnTo>
                    <a:lnTo>
                      <a:pt x="1163" y="2148"/>
                    </a:lnTo>
                    <a:lnTo>
                      <a:pt x="1104" y="2156"/>
                    </a:lnTo>
                    <a:lnTo>
                      <a:pt x="1045" y="2159"/>
                    </a:lnTo>
                    <a:lnTo>
                      <a:pt x="988" y="2163"/>
                    </a:lnTo>
                    <a:lnTo>
                      <a:pt x="929" y="2165"/>
                    </a:lnTo>
                    <a:lnTo>
                      <a:pt x="870" y="2163"/>
                    </a:lnTo>
                    <a:lnTo>
                      <a:pt x="813" y="2161"/>
                    </a:lnTo>
                    <a:lnTo>
                      <a:pt x="754" y="2157"/>
                    </a:lnTo>
                    <a:lnTo>
                      <a:pt x="695" y="2152"/>
                    </a:lnTo>
                    <a:lnTo>
                      <a:pt x="638" y="2146"/>
                    </a:lnTo>
                    <a:lnTo>
                      <a:pt x="580" y="2137"/>
                    </a:lnTo>
                    <a:lnTo>
                      <a:pt x="521" y="2125"/>
                    </a:lnTo>
                    <a:lnTo>
                      <a:pt x="464" y="2114"/>
                    </a:lnTo>
                    <a:lnTo>
                      <a:pt x="405" y="2099"/>
                    </a:lnTo>
                    <a:lnTo>
                      <a:pt x="348" y="2083"/>
                    </a:lnTo>
                    <a:lnTo>
                      <a:pt x="289" y="2066"/>
                    </a:lnTo>
                    <a:lnTo>
                      <a:pt x="230" y="2047"/>
                    </a:lnTo>
                    <a:lnTo>
                      <a:pt x="173" y="2026"/>
                    </a:lnTo>
                    <a:lnTo>
                      <a:pt x="114" y="2004"/>
                    </a:lnTo>
                    <a:lnTo>
                      <a:pt x="57" y="1979"/>
                    </a:lnTo>
                    <a:lnTo>
                      <a:pt x="0" y="1952"/>
                    </a:lnTo>
                    <a:lnTo>
                      <a:pt x="910" y="0"/>
                    </a:lnTo>
                    <a:close/>
                  </a:path>
                </a:pathLst>
              </a:custGeom>
              <a:solidFill>
                <a:schemeClr val="accent6">
                  <a:lumMod val="75000"/>
                </a:schemeClr>
              </a:solidFill>
              <a:ln w="3175" cmpd="sng">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1" name="Freeform 9"/>
              <p:cNvSpPr>
                <a:spLocks/>
              </p:cNvSpPr>
              <p:nvPr/>
            </p:nvSpPr>
            <p:spPr bwMode="auto">
              <a:xfrm>
                <a:off x="8585193" y="3987128"/>
                <a:ext cx="1323021" cy="1215697"/>
              </a:xfrm>
              <a:custGeom>
                <a:avLst/>
                <a:gdLst/>
                <a:ahLst/>
                <a:cxnLst>
                  <a:cxn ang="0">
                    <a:pos x="0" y="0"/>
                  </a:cxn>
                  <a:cxn ang="0">
                    <a:pos x="2108" y="448"/>
                  </a:cxn>
                  <a:cxn ang="0">
                    <a:pos x="2108" y="448"/>
                  </a:cxn>
                  <a:cxn ang="0">
                    <a:pos x="2095" y="509"/>
                  </a:cxn>
                  <a:cxn ang="0">
                    <a:pos x="2079" y="572"/>
                  </a:cxn>
                  <a:cxn ang="0">
                    <a:pos x="2060" y="631"/>
                  </a:cxn>
                  <a:cxn ang="0">
                    <a:pos x="2043" y="691"/>
                  </a:cxn>
                  <a:cxn ang="0">
                    <a:pos x="2022" y="748"/>
                  </a:cxn>
                  <a:cxn ang="0">
                    <a:pos x="2001" y="807"/>
                  </a:cxn>
                  <a:cxn ang="0">
                    <a:pos x="1977" y="864"/>
                  </a:cxn>
                  <a:cxn ang="0">
                    <a:pos x="1952" y="919"/>
                  </a:cxn>
                  <a:cxn ang="0">
                    <a:pos x="1926" y="974"/>
                  </a:cxn>
                  <a:cxn ang="0">
                    <a:pos x="1899" y="1028"/>
                  </a:cxn>
                  <a:cxn ang="0">
                    <a:pos x="1870" y="1081"/>
                  </a:cxn>
                  <a:cxn ang="0">
                    <a:pos x="1838" y="1132"/>
                  </a:cxn>
                  <a:cxn ang="0">
                    <a:pos x="1808" y="1183"/>
                  </a:cxn>
                  <a:cxn ang="0">
                    <a:pos x="1774" y="1233"/>
                  </a:cxn>
                  <a:cxn ang="0">
                    <a:pos x="1739" y="1282"/>
                  </a:cxn>
                  <a:cxn ang="0">
                    <a:pos x="1703" y="1329"/>
                  </a:cxn>
                  <a:cxn ang="0">
                    <a:pos x="1665" y="1377"/>
                  </a:cxn>
                  <a:cxn ang="0">
                    <a:pos x="1625" y="1423"/>
                  </a:cxn>
                  <a:cxn ang="0">
                    <a:pos x="1586" y="1466"/>
                  </a:cxn>
                  <a:cxn ang="0">
                    <a:pos x="1544" y="1510"/>
                  </a:cxn>
                  <a:cxn ang="0">
                    <a:pos x="1502" y="1552"/>
                  </a:cxn>
                  <a:cxn ang="0">
                    <a:pos x="1456" y="1593"/>
                  </a:cxn>
                  <a:cxn ang="0">
                    <a:pos x="1411" y="1633"/>
                  </a:cxn>
                  <a:cxn ang="0">
                    <a:pos x="1365" y="1671"/>
                  </a:cxn>
                  <a:cxn ang="0">
                    <a:pos x="1316" y="1709"/>
                  </a:cxn>
                  <a:cxn ang="0">
                    <a:pos x="1267" y="1745"/>
                  </a:cxn>
                  <a:cxn ang="0">
                    <a:pos x="1217" y="1781"/>
                  </a:cxn>
                  <a:cxn ang="0">
                    <a:pos x="1164" y="1814"/>
                  </a:cxn>
                  <a:cxn ang="0">
                    <a:pos x="1111" y="1848"/>
                  </a:cxn>
                  <a:cxn ang="0">
                    <a:pos x="1058" y="1878"/>
                  </a:cxn>
                  <a:cxn ang="0">
                    <a:pos x="1001" y="1909"/>
                  </a:cxn>
                  <a:cxn ang="0">
                    <a:pos x="946" y="1937"/>
                  </a:cxn>
                  <a:cxn ang="0">
                    <a:pos x="0" y="0"/>
                  </a:cxn>
                </a:cxnLst>
                <a:rect l="0" t="0" r="r" b="b"/>
                <a:pathLst>
                  <a:path w="2108" h="1937">
                    <a:moveTo>
                      <a:pt x="0" y="0"/>
                    </a:moveTo>
                    <a:lnTo>
                      <a:pt x="2108" y="448"/>
                    </a:lnTo>
                    <a:lnTo>
                      <a:pt x="2108" y="448"/>
                    </a:lnTo>
                    <a:lnTo>
                      <a:pt x="2095" y="509"/>
                    </a:lnTo>
                    <a:lnTo>
                      <a:pt x="2079" y="572"/>
                    </a:lnTo>
                    <a:lnTo>
                      <a:pt x="2060" y="631"/>
                    </a:lnTo>
                    <a:lnTo>
                      <a:pt x="2043" y="691"/>
                    </a:lnTo>
                    <a:lnTo>
                      <a:pt x="2022" y="748"/>
                    </a:lnTo>
                    <a:lnTo>
                      <a:pt x="2001" y="807"/>
                    </a:lnTo>
                    <a:lnTo>
                      <a:pt x="1977" y="864"/>
                    </a:lnTo>
                    <a:lnTo>
                      <a:pt x="1952" y="919"/>
                    </a:lnTo>
                    <a:lnTo>
                      <a:pt x="1926" y="974"/>
                    </a:lnTo>
                    <a:lnTo>
                      <a:pt x="1899" y="1028"/>
                    </a:lnTo>
                    <a:lnTo>
                      <a:pt x="1870" y="1081"/>
                    </a:lnTo>
                    <a:lnTo>
                      <a:pt x="1838" y="1132"/>
                    </a:lnTo>
                    <a:lnTo>
                      <a:pt x="1808" y="1183"/>
                    </a:lnTo>
                    <a:lnTo>
                      <a:pt x="1774" y="1233"/>
                    </a:lnTo>
                    <a:lnTo>
                      <a:pt x="1739" y="1282"/>
                    </a:lnTo>
                    <a:lnTo>
                      <a:pt x="1703" y="1329"/>
                    </a:lnTo>
                    <a:lnTo>
                      <a:pt x="1665" y="1377"/>
                    </a:lnTo>
                    <a:lnTo>
                      <a:pt x="1625" y="1423"/>
                    </a:lnTo>
                    <a:lnTo>
                      <a:pt x="1586" y="1466"/>
                    </a:lnTo>
                    <a:lnTo>
                      <a:pt x="1544" y="1510"/>
                    </a:lnTo>
                    <a:lnTo>
                      <a:pt x="1502" y="1552"/>
                    </a:lnTo>
                    <a:lnTo>
                      <a:pt x="1456" y="1593"/>
                    </a:lnTo>
                    <a:lnTo>
                      <a:pt x="1411" y="1633"/>
                    </a:lnTo>
                    <a:lnTo>
                      <a:pt x="1365" y="1671"/>
                    </a:lnTo>
                    <a:lnTo>
                      <a:pt x="1316" y="1709"/>
                    </a:lnTo>
                    <a:lnTo>
                      <a:pt x="1267" y="1745"/>
                    </a:lnTo>
                    <a:lnTo>
                      <a:pt x="1217" y="1781"/>
                    </a:lnTo>
                    <a:lnTo>
                      <a:pt x="1164" y="1814"/>
                    </a:lnTo>
                    <a:lnTo>
                      <a:pt x="1111" y="1848"/>
                    </a:lnTo>
                    <a:lnTo>
                      <a:pt x="1058" y="1878"/>
                    </a:lnTo>
                    <a:lnTo>
                      <a:pt x="1001" y="1909"/>
                    </a:lnTo>
                    <a:lnTo>
                      <a:pt x="946" y="1937"/>
                    </a:lnTo>
                    <a:lnTo>
                      <a:pt x="0" y="0"/>
                    </a:lnTo>
                    <a:close/>
                  </a:path>
                </a:pathLst>
              </a:custGeom>
              <a:solidFill>
                <a:srgbClr val="FFD400"/>
              </a:solidFill>
              <a:ln w="3175" cmpd="sng">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 name="Freeform 10"/>
              <p:cNvSpPr>
                <a:spLocks/>
              </p:cNvSpPr>
              <p:nvPr/>
            </p:nvSpPr>
            <p:spPr bwMode="auto">
              <a:xfrm>
                <a:off x="8573799" y="2922618"/>
                <a:ext cx="1697624" cy="1399980"/>
              </a:xfrm>
              <a:custGeom>
                <a:avLst/>
                <a:gdLst/>
                <a:ahLst/>
                <a:cxnLst>
                  <a:cxn ang="0">
                    <a:pos x="0" y="1356"/>
                  </a:cxn>
                  <a:cxn ang="0">
                    <a:pos x="1675" y="0"/>
                  </a:cxn>
                  <a:cxn ang="0">
                    <a:pos x="1675" y="0"/>
                  </a:cxn>
                  <a:cxn ang="0">
                    <a:pos x="1715" y="50"/>
                  </a:cxn>
                  <a:cxn ang="0">
                    <a:pos x="1753" y="99"/>
                  </a:cxn>
                  <a:cxn ang="0">
                    <a:pos x="1787" y="150"/>
                  </a:cxn>
                  <a:cxn ang="0">
                    <a:pos x="1823" y="202"/>
                  </a:cxn>
                  <a:cxn ang="0">
                    <a:pos x="1855" y="253"/>
                  </a:cxn>
                  <a:cxn ang="0">
                    <a:pos x="1886" y="306"/>
                  </a:cxn>
                  <a:cxn ang="0">
                    <a:pos x="1916" y="357"/>
                  </a:cxn>
                  <a:cxn ang="0">
                    <a:pos x="1943" y="411"/>
                  </a:cxn>
                  <a:cxn ang="0">
                    <a:pos x="1969" y="464"/>
                  </a:cxn>
                  <a:cxn ang="0">
                    <a:pos x="1994" y="519"/>
                  </a:cxn>
                  <a:cxn ang="0">
                    <a:pos x="2017" y="572"/>
                  </a:cxn>
                  <a:cxn ang="0">
                    <a:pos x="2038" y="627"/>
                  </a:cxn>
                  <a:cxn ang="0">
                    <a:pos x="2057" y="682"/>
                  </a:cxn>
                  <a:cxn ang="0">
                    <a:pos x="2074" y="739"/>
                  </a:cxn>
                  <a:cxn ang="0">
                    <a:pos x="2091" y="794"/>
                  </a:cxn>
                  <a:cxn ang="0">
                    <a:pos x="2104" y="851"/>
                  </a:cxn>
                  <a:cxn ang="0">
                    <a:pos x="2117" y="908"/>
                  </a:cxn>
                  <a:cxn ang="0">
                    <a:pos x="2129" y="965"/>
                  </a:cxn>
                  <a:cxn ang="0">
                    <a:pos x="2138" y="1022"/>
                  </a:cxn>
                  <a:cxn ang="0">
                    <a:pos x="2146" y="1081"/>
                  </a:cxn>
                  <a:cxn ang="0">
                    <a:pos x="2152" y="1138"/>
                  </a:cxn>
                  <a:cxn ang="0">
                    <a:pos x="2157" y="1197"/>
                  </a:cxn>
                  <a:cxn ang="0">
                    <a:pos x="2159" y="1258"/>
                  </a:cxn>
                  <a:cxn ang="0">
                    <a:pos x="2161" y="1316"/>
                  </a:cxn>
                  <a:cxn ang="0">
                    <a:pos x="2159" y="1375"/>
                  </a:cxn>
                  <a:cxn ang="0">
                    <a:pos x="2157" y="1436"/>
                  </a:cxn>
                  <a:cxn ang="0">
                    <a:pos x="2153" y="1497"/>
                  </a:cxn>
                  <a:cxn ang="0">
                    <a:pos x="2148" y="1558"/>
                  </a:cxn>
                  <a:cxn ang="0">
                    <a:pos x="2140" y="1618"/>
                  </a:cxn>
                  <a:cxn ang="0">
                    <a:pos x="2131" y="1681"/>
                  </a:cxn>
                  <a:cxn ang="0">
                    <a:pos x="2121" y="1742"/>
                  </a:cxn>
                  <a:cxn ang="0">
                    <a:pos x="2108" y="1804"/>
                  </a:cxn>
                  <a:cxn ang="0">
                    <a:pos x="0" y="1356"/>
                  </a:cxn>
                </a:cxnLst>
                <a:rect l="0" t="0" r="r" b="b"/>
                <a:pathLst>
                  <a:path w="2161" h="1804">
                    <a:moveTo>
                      <a:pt x="0" y="1356"/>
                    </a:moveTo>
                    <a:lnTo>
                      <a:pt x="1675" y="0"/>
                    </a:lnTo>
                    <a:lnTo>
                      <a:pt x="1675" y="0"/>
                    </a:lnTo>
                    <a:lnTo>
                      <a:pt x="1715" y="50"/>
                    </a:lnTo>
                    <a:lnTo>
                      <a:pt x="1753" y="99"/>
                    </a:lnTo>
                    <a:lnTo>
                      <a:pt x="1787" y="150"/>
                    </a:lnTo>
                    <a:lnTo>
                      <a:pt x="1823" y="202"/>
                    </a:lnTo>
                    <a:lnTo>
                      <a:pt x="1855" y="253"/>
                    </a:lnTo>
                    <a:lnTo>
                      <a:pt x="1886" y="306"/>
                    </a:lnTo>
                    <a:lnTo>
                      <a:pt x="1916" y="357"/>
                    </a:lnTo>
                    <a:lnTo>
                      <a:pt x="1943" y="411"/>
                    </a:lnTo>
                    <a:lnTo>
                      <a:pt x="1969" y="464"/>
                    </a:lnTo>
                    <a:lnTo>
                      <a:pt x="1994" y="519"/>
                    </a:lnTo>
                    <a:lnTo>
                      <a:pt x="2017" y="572"/>
                    </a:lnTo>
                    <a:lnTo>
                      <a:pt x="2038" y="627"/>
                    </a:lnTo>
                    <a:lnTo>
                      <a:pt x="2057" y="682"/>
                    </a:lnTo>
                    <a:lnTo>
                      <a:pt x="2074" y="739"/>
                    </a:lnTo>
                    <a:lnTo>
                      <a:pt x="2091" y="794"/>
                    </a:lnTo>
                    <a:lnTo>
                      <a:pt x="2104" y="851"/>
                    </a:lnTo>
                    <a:lnTo>
                      <a:pt x="2117" y="908"/>
                    </a:lnTo>
                    <a:lnTo>
                      <a:pt x="2129" y="965"/>
                    </a:lnTo>
                    <a:lnTo>
                      <a:pt x="2138" y="1022"/>
                    </a:lnTo>
                    <a:lnTo>
                      <a:pt x="2146" y="1081"/>
                    </a:lnTo>
                    <a:lnTo>
                      <a:pt x="2152" y="1138"/>
                    </a:lnTo>
                    <a:lnTo>
                      <a:pt x="2157" y="1197"/>
                    </a:lnTo>
                    <a:lnTo>
                      <a:pt x="2159" y="1258"/>
                    </a:lnTo>
                    <a:lnTo>
                      <a:pt x="2161" y="1316"/>
                    </a:lnTo>
                    <a:lnTo>
                      <a:pt x="2159" y="1375"/>
                    </a:lnTo>
                    <a:lnTo>
                      <a:pt x="2157" y="1436"/>
                    </a:lnTo>
                    <a:lnTo>
                      <a:pt x="2153" y="1497"/>
                    </a:lnTo>
                    <a:lnTo>
                      <a:pt x="2148" y="1558"/>
                    </a:lnTo>
                    <a:lnTo>
                      <a:pt x="2140" y="1618"/>
                    </a:lnTo>
                    <a:lnTo>
                      <a:pt x="2131" y="1681"/>
                    </a:lnTo>
                    <a:lnTo>
                      <a:pt x="2121" y="1742"/>
                    </a:lnTo>
                    <a:lnTo>
                      <a:pt x="2108" y="1804"/>
                    </a:lnTo>
                    <a:lnTo>
                      <a:pt x="0" y="1356"/>
                    </a:lnTo>
                    <a:close/>
                  </a:path>
                </a:pathLst>
              </a:custGeom>
              <a:solidFill>
                <a:srgbClr val="FF7E00"/>
              </a:solidFill>
              <a:ln w="3175" cmpd="sng">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3" name="Freeform 11"/>
              <p:cNvSpPr>
                <a:spLocks/>
              </p:cNvSpPr>
              <p:nvPr/>
            </p:nvSpPr>
            <p:spPr bwMode="auto">
              <a:xfrm>
                <a:off x="8575213" y="2780971"/>
                <a:ext cx="922101" cy="1186345"/>
              </a:xfrm>
              <a:custGeom>
                <a:avLst/>
                <a:gdLst/>
                <a:ahLst/>
                <a:cxnLst>
                  <a:cxn ang="0">
                    <a:pos x="0" y="2155"/>
                  </a:cxn>
                  <a:cxn ang="0">
                    <a:pos x="0" y="0"/>
                  </a:cxn>
                  <a:cxn ang="0">
                    <a:pos x="0" y="0"/>
                  </a:cxn>
                  <a:cxn ang="0">
                    <a:pos x="65" y="2"/>
                  </a:cxn>
                  <a:cxn ang="0">
                    <a:pos x="127" y="4"/>
                  </a:cxn>
                  <a:cxn ang="0">
                    <a:pos x="188" y="8"/>
                  </a:cxn>
                  <a:cxn ang="0">
                    <a:pos x="251" y="13"/>
                  </a:cxn>
                  <a:cxn ang="0">
                    <a:pos x="311" y="21"/>
                  </a:cxn>
                  <a:cxn ang="0">
                    <a:pos x="370" y="28"/>
                  </a:cxn>
                  <a:cxn ang="0">
                    <a:pos x="429" y="40"/>
                  </a:cxn>
                  <a:cxn ang="0">
                    <a:pos x="488" y="51"/>
                  </a:cxn>
                  <a:cxn ang="0">
                    <a:pos x="547" y="65"/>
                  </a:cxn>
                  <a:cxn ang="0">
                    <a:pos x="604" y="80"/>
                  </a:cxn>
                  <a:cxn ang="0">
                    <a:pos x="661" y="95"/>
                  </a:cxn>
                  <a:cxn ang="0">
                    <a:pos x="716" y="114"/>
                  </a:cxn>
                  <a:cxn ang="0">
                    <a:pos x="771" y="133"/>
                  </a:cxn>
                  <a:cxn ang="0">
                    <a:pos x="826" y="154"/>
                  </a:cxn>
                  <a:cxn ang="0">
                    <a:pos x="879" y="177"/>
                  </a:cxn>
                  <a:cxn ang="0">
                    <a:pos x="932" y="201"/>
                  </a:cxn>
                  <a:cxn ang="0">
                    <a:pos x="984" y="228"/>
                  </a:cxn>
                  <a:cxn ang="0">
                    <a:pos x="1035" y="254"/>
                  </a:cxn>
                  <a:cxn ang="0">
                    <a:pos x="1086" y="283"/>
                  </a:cxn>
                  <a:cxn ang="0">
                    <a:pos x="1136" y="313"/>
                  </a:cxn>
                  <a:cxn ang="0">
                    <a:pos x="1185" y="346"/>
                  </a:cxn>
                  <a:cxn ang="0">
                    <a:pos x="1234" y="380"/>
                  </a:cxn>
                  <a:cxn ang="0">
                    <a:pos x="1282" y="414"/>
                  </a:cxn>
                  <a:cxn ang="0">
                    <a:pos x="1329" y="452"/>
                  </a:cxn>
                  <a:cxn ang="0">
                    <a:pos x="1375" y="490"/>
                  </a:cxn>
                  <a:cxn ang="0">
                    <a:pos x="1420" y="530"/>
                  </a:cxn>
                  <a:cxn ang="0">
                    <a:pos x="1464" y="570"/>
                  </a:cxn>
                  <a:cxn ang="0">
                    <a:pos x="1508" y="613"/>
                  </a:cxn>
                  <a:cxn ang="0">
                    <a:pos x="1551" y="657"/>
                  </a:cxn>
                  <a:cxn ang="0">
                    <a:pos x="1593" y="703"/>
                  </a:cxn>
                  <a:cxn ang="0">
                    <a:pos x="1635" y="750"/>
                  </a:cxn>
                  <a:cxn ang="0">
                    <a:pos x="1675" y="799"/>
                  </a:cxn>
                  <a:cxn ang="0">
                    <a:pos x="0" y="2155"/>
                  </a:cxn>
                </a:cxnLst>
                <a:rect l="0" t="0" r="r" b="b"/>
                <a:pathLst>
                  <a:path w="1675" h="2155">
                    <a:moveTo>
                      <a:pt x="0" y="2155"/>
                    </a:moveTo>
                    <a:lnTo>
                      <a:pt x="0" y="0"/>
                    </a:lnTo>
                    <a:lnTo>
                      <a:pt x="0" y="0"/>
                    </a:lnTo>
                    <a:lnTo>
                      <a:pt x="65" y="2"/>
                    </a:lnTo>
                    <a:lnTo>
                      <a:pt x="127" y="4"/>
                    </a:lnTo>
                    <a:lnTo>
                      <a:pt x="188" y="8"/>
                    </a:lnTo>
                    <a:lnTo>
                      <a:pt x="251" y="13"/>
                    </a:lnTo>
                    <a:lnTo>
                      <a:pt x="311" y="21"/>
                    </a:lnTo>
                    <a:lnTo>
                      <a:pt x="370" y="28"/>
                    </a:lnTo>
                    <a:lnTo>
                      <a:pt x="429" y="40"/>
                    </a:lnTo>
                    <a:lnTo>
                      <a:pt x="488" y="51"/>
                    </a:lnTo>
                    <a:lnTo>
                      <a:pt x="547" y="65"/>
                    </a:lnTo>
                    <a:lnTo>
                      <a:pt x="604" y="80"/>
                    </a:lnTo>
                    <a:lnTo>
                      <a:pt x="661" y="95"/>
                    </a:lnTo>
                    <a:lnTo>
                      <a:pt x="716" y="114"/>
                    </a:lnTo>
                    <a:lnTo>
                      <a:pt x="771" y="133"/>
                    </a:lnTo>
                    <a:lnTo>
                      <a:pt x="826" y="154"/>
                    </a:lnTo>
                    <a:lnTo>
                      <a:pt x="879" y="177"/>
                    </a:lnTo>
                    <a:lnTo>
                      <a:pt x="932" y="201"/>
                    </a:lnTo>
                    <a:lnTo>
                      <a:pt x="984" y="228"/>
                    </a:lnTo>
                    <a:lnTo>
                      <a:pt x="1035" y="254"/>
                    </a:lnTo>
                    <a:lnTo>
                      <a:pt x="1086" y="283"/>
                    </a:lnTo>
                    <a:lnTo>
                      <a:pt x="1136" y="313"/>
                    </a:lnTo>
                    <a:lnTo>
                      <a:pt x="1185" y="346"/>
                    </a:lnTo>
                    <a:lnTo>
                      <a:pt x="1234" y="380"/>
                    </a:lnTo>
                    <a:lnTo>
                      <a:pt x="1282" y="414"/>
                    </a:lnTo>
                    <a:lnTo>
                      <a:pt x="1329" y="452"/>
                    </a:lnTo>
                    <a:lnTo>
                      <a:pt x="1375" y="490"/>
                    </a:lnTo>
                    <a:lnTo>
                      <a:pt x="1420" y="530"/>
                    </a:lnTo>
                    <a:lnTo>
                      <a:pt x="1464" y="570"/>
                    </a:lnTo>
                    <a:lnTo>
                      <a:pt x="1508" y="613"/>
                    </a:lnTo>
                    <a:lnTo>
                      <a:pt x="1551" y="657"/>
                    </a:lnTo>
                    <a:lnTo>
                      <a:pt x="1593" y="703"/>
                    </a:lnTo>
                    <a:lnTo>
                      <a:pt x="1635" y="750"/>
                    </a:lnTo>
                    <a:lnTo>
                      <a:pt x="1675" y="799"/>
                    </a:lnTo>
                    <a:lnTo>
                      <a:pt x="0" y="2155"/>
                    </a:lnTo>
                    <a:close/>
                  </a:path>
                </a:pathLst>
              </a:custGeom>
              <a:solidFill>
                <a:srgbClr val="EF2D00"/>
              </a:solidFill>
              <a:ln w="3175" cmpd="sng">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90" name="Group 29">
              <a:extLst>
                <a:ext uri="{C183D7F6-B498-43B3-948B-1728B52AA6E4}">
                  <adec:decorative xmlns:adec="http://schemas.microsoft.com/office/drawing/2017/decorative" val="1"/>
                </a:ext>
              </a:extLst>
            </p:cNvPr>
            <p:cNvGrpSpPr/>
            <p:nvPr/>
          </p:nvGrpSpPr>
          <p:grpSpPr>
            <a:xfrm>
              <a:off x="6593936" y="2001577"/>
              <a:ext cx="3956081" cy="3956080"/>
              <a:chOff x="2466978" y="1296990"/>
              <a:chExt cx="4242816" cy="4242816"/>
            </a:xfrm>
            <a:noFill/>
          </p:grpSpPr>
          <p:sp>
            <p:nvSpPr>
              <p:cNvPr id="98" name="Freeform 5"/>
              <p:cNvSpPr>
                <a:spLocks/>
              </p:cNvSpPr>
              <p:nvPr/>
            </p:nvSpPr>
            <p:spPr bwMode="auto">
              <a:xfrm>
                <a:off x="2919742" y="1296990"/>
                <a:ext cx="1667662" cy="2116497"/>
              </a:xfrm>
              <a:custGeom>
                <a:avLst/>
                <a:gdLst/>
                <a:ahLst/>
                <a:cxnLst>
                  <a:cxn ang="0">
                    <a:pos x="1698" y="2155"/>
                  </a:cxn>
                  <a:cxn ang="0">
                    <a:pos x="0" y="828"/>
                  </a:cxn>
                  <a:cxn ang="0">
                    <a:pos x="0" y="828"/>
                  </a:cxn>
                  <a:cxn ang="0">
                    <a:pos x="40" y="779"/>
                  </a:cxn>
                  <a:cxn ang="0">
                    <a:pos x="80" y="731"/>
                  </a:cxn>
                  <a:cxn ang="0">
                    <a:pos x="122" y="684"/>
                  </a:cxn>
                  <a:cxn ang="0">
                    <a:pos x="166" y="640"/>
                  </a:cxn>
                  <a:cxn ang="0">
                    <a:pos x="209" y="596"/>
                  </a:cxn>
                  <a:cxn ang="0">
                    <a:pos x="255" y="553"/>
                  </a:cxn>
                  <a:cxn ang="0">
                    <a:pos x="300" y="513"/>
                  </a:cxn>
                  <a:cxn ang="0">
                    <a:pos x="346" y="473"/>
                  </a:cxn>
                  <a:cxn ang="0">
                    <a:pos x="393" y="435"/>
                  </a:cxn>
                  <a:cxn ang="0">
                    <a:pos x="443" y="399"/>
                  </a:cxn>
                  <a:cxn ang="0">
                    <a:pos x="492" y="365"/>
                  </a:cxn>
                  <a:cxn ang="0">
                    <a:pos x="542" y="330"/>
                  </a:cxn>
                  <a:cxn ang="0">
                    <a:pos x="593" y="300"/>
                  </a:cxn>
                  <a:cxn ang="0">
                    <a:pos x="646" y="270"/>
                  </a:cxn>
                  <a:cxn ang="0">
                    <a:pos x="697" y="241"/>
                  </a:cxn>
                  <a:cxn ang="0">
                    <a:pos x="750" y="213"/>
                  </a:cxn>
                  <a:cxn ang="0">
                    <a:pos x="805" y="188"/>
                  </a:cxn>
                  <a:cxn ang="0">
                    <a:pos x="861" y="163"/>
                  </a:cxn>
                  <a:cxn ang="0">
                    <a:pos x="916" y="142"/>
                  </a:cxn>
                  <a:cxn ang="0">
                    <a:pos x="973" y="122"/>
                  </a:cxn>
                  <a:cxn ang="0">
                    <a:pos x="1030" y="103"/>
                  </a:cxn>
                  <a:cxn ang="0">
                    <a:pos x="1088" y="84"/>
                  </a:cxn>
                  <a:cxn ang="0">
                    <a:pos x="1145" y="68"/>
                  </a:cxn>
                  <a:cxn ang="0">
                    <a:pos x="1204" y="55"/>
                  </a:cxn>
                  <a:cxn ang="0">
                    <a:pos x="1265" y="42"/>
                  </a:cxn>
                  <a:cxn ang="0">
                    <a:pos x="1326" y="30"/>
                  </a:cxn>
                  <a:cxn ang="0">
                    <a:pos x="1387" y="21"/>
                  </a:cxn>
                  <a:cxn ang="0">
                    <a:pos x="1447" y="13"/>
                  </a:cxn>
                  <a:cxn ang="0">
                    <a:pos x="1510" y="8"/>
                  </a:cxn>
                  <a:cxn ang="0">
                    <a:pos x="1573" y="4"/>
                  </a:cxn>
                  <a:cxn ang="0">
                    <a:pos x="1635" y="2"/>
                  </a:cxn>
                  <a:cxn ang="0">
                    <a:pos x="1698" y="0"/>
                  </a:cxn>
                  <a:cxn ang="0">
                    <a:pos x="1698" y="2155"/>
                  </a:cxn>
                </a:cxnLst>
                <a:rect l="0" t="0" r="r" b="b"/>
                <a:pathLst>
                  <a:path w="1698" h="2155">
                    <a:moveTo>
                      <a:pt x="1698" y="2155"/>
                    </a:moveTo>
                    <a:lnTo>
                      <a:pt x="0" y="828"/>
                    </a:lnTo>
                    <a:lnTo>
                      <a:pt x="0" y="828"/>
                    </a:lnTo>
                    <a:lnTo>
                      <a:pt x="40" y="779"/>
                    </a:lnTo>
                    <a:lnTo>
                      <a:pt x="80" y="731"/>
                    </a:lnTo>
                    <a:lnTo>
                      <a:pt x="122" y="684"/>
                    </a:lnTo>
                    <a:lnTo>
                      <a:pt x="166" y="640"/>
                    </a:lnTo>
                    <a:lnTo>
                      <a:pt x="209" y="596"/>
                    </a:lnTo>
                    <a:lnTo>
                      <a:pt x="255" y="553"/>
                    </a:lnTo>
                    <a:lnTo>
                      <a:pt x="300" y="513"/>
                    </a:lnTo>
                    <a:lnTo>
                      <a:pt x="346" y="473"/>
                    </a:lnTo>
                    <a:lnTo>
                      <a:pt x="393" y="435"/>
                    </a:lnTo>
                    <a:lnTo>
                      <a:pt x="443" y="399"/>
                    </a:lnTo>
                    <a:lnTo>
                      <a:pt x="492" y="365"/>
                    </a:lnTo>
                    <a:lnTo>
                      <a:pt x="542" y="330"/>
                    </a:lnTo>
                    <a:lnTo>
                      <a:pt x="593" y="300"/>
                    </a:lnTo>
                    <a:lnTo>
                      <a:pt x="646" y="270"/>
                    </a:lnTo>
                    <a:lnTo>
                      <a:pt x="697" y="241"/>
                    </a:lnTo>
                    <a:lnTo>
                      <a:pt x="750" y="213"/>
                    </a:lnTo>
                    <a:lnTo>
                      <a:pt x="805" y="188"/>
                    </a:lnTo>
                    <a:lnTo>
                      <a:pt x="861" y="163"/>
                    </a:lnTo>
                    <a:lnTo>
                      <a:pt x="916" y="142"/>
                    </a:lnTo>
                    <a:lnTo>
                      <a:pt x="973" y="122"/>
                    </a:lnTo>
                    <a:lnTo>
                      <a:pt x="1030" y="103"/>
                    </a:lnTo>
                    <a:lnTo>
                      <a:pt x="1088" y="84"/>
                    </a:lnTo>
                    <a:lnTo>
                      <a:pt x="1145" y="68"/>
                    </a:lnTo>
                    <a:lnTo>
                      <a:pt x="1204" y="55"/>
                    </a:lnTo>
                    <a:lnTo>
                      <a:pt x="1265" y="42"/>
                    </a:lnTo>
                    <a:lnTo>
                      <a:pt x="1326" y="30"/>
                    </a:lnTo>
                    <a:lnTo>
                      <a:pt x="1387" y="21"/>
                    </a:lnTo>
                    <a:lnTo>
                      <a:pt x="1447" y="13"/>
                    </a:lnTo>
                    <a:lnTo>
                      <a:pt x="1510" y="8"/>
                    </a:lnTo>
                    <a:lnTo>
                      <a:pt x="1573" y="4"/>
                    </a:lnTo>
                    <a:lnTo>
                      <a:pt x="1635" y="2"/>
                    </a:lnTo>
                    <a:lnTo>
                      <a:pt x="1698" y="0"/>
                    </a:lnTo>
                    <a:lnTo>
                      <a:pt x="1698" y="2155"/>
                    </a:lnTo>
                    <a:close/>
                  </a:path>
                </a:pathLst>
              </a:custGeom>
              <a:grpFill/>
              <a:ln w="19050" cmpd="sng">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9" name="Freeform 6"/>
              <p:cNvSpPr>
                <a:spLocks/>
              </p:cNvSpPr>
              <p:nvPr/>
            </p:nvSpPr>
            <p:spPr bwMode="auto">
              <a:xfrm>
                <a:off x="2466978" y="2110196"/>
                <a:ext cx="2120426" cy="1778644"/>
              </a:xfrm>
              <a:custGeom>
                <a:avLst/>
                <a:gdLst/>
                <a:ahLst/>
                <a:cxnLst>
                  <a:cxn ang="0">
                    <a:pos x="2159" y="1327"/>
                  </a:cxn>
                  <a:cxn ang="0">
                    <a:pos x="59" y="1811"/>
                  </a:cxn>
                  <a:cxn ang="0">
                    <a:pos x="59" y="1811"/>
                  </a:cxn>
                  <a:cxn ang="0">
                    <a:pos x="45" y="1751"/>
                  </a:cxn>
                  <a:cxn ang="0">
                    <a:pos x="34" y="1688"/>
                  </a:cxn>
                  <a:cxn ang="0">
                    <a:pos x="25" y="1627"/>
                  </a:cxn>
                  <a:cxn ang="0">
                    <a:pos x="15" y="1567"/>
                  </a:cxn>
                  <a:cxn ang="0">
                    <a:pos x="9" y="1506"/>
                  </a:cxn>
                  <a:cxn ang="0">
                    <a:pos x="4" y="1445"/>
                  </a:cxn>
                  <a:cxn ang="0">
                    <a:pos x="0" y="1384"/>
                  </a:cxn>
                  <a:cxn ang="0">
                    <a:pos x="0" y="1325"/>
                  </a:cxn>
                  <a:cxn ang="0">
                    <a:pos x="0" y="1265"/>
                  </a:cxn>
                  <a:cxn ang="0">
                    <a:pos x="0" y="1206"/>
                  </a:cxn>
                  <a:cxn ang="0">
                    <a:pos x="4" y="1147"/>
                  </a:cxn>
                  <a:cxn ang="0">
                    <a:pos x="9" y="1088"/>
                  </a:cxn>
                  <a:cxn ang="0">
                    <a:pos x="15" y="1031"/>
                  </a:cxn>
                  <a:cxn ang="0">
                    <a:pos x="25" y="972"/>
                  </a:cxn>
                  <a:cxn ang="0">
                    <a:pos x="34" y="915"/>
                  </a:cxn>
                  <a:cxn ang="0">
                    <a:pos x="45" y="858"/>
                  </a:cxn>
                  <a:cxn ang="0">
                    <a:pos x="59" y="801"/>
                  </a:cxn>
                  <a:cxn ang="0">
                    <a:pos x="74" y="746"/>
                  </a:cxn>
                  <a:cxn ang="0">
                    <a:pos x="91" y="689"/>
                  </a:cxn>
                  <a:cxn ang="0">
                    <a:pos x="110" y="634"/>
                  </a:cxn>
                  <a:cxn ang="0">
                    <a:pos x="131" y="579"/>
                  </a:cxn>
                  <a:cxn ang="0">
                    <a:pos x="152" y="524"/>
                  </a:cxn>
                  <a:cxn ang="0">
                    <a:pos x="175" y="471"/>
                  </a:cxn>
                  <a:cxn ang="0">
                    <a:pos x="201" y="416"/>
                  </a:cxn>
                  <a:cxn ang="0">
                    <a:pos x="228" y="363"/>
                  </a:cxn>
                  <a:cxn ang="0">
                    <a:pos x="256" y="309"/>
                  </a:cxn>
                  <a:cxn ang="0">
                    <a:pos x="287" y="256"/>
                  </a:cxn>
                  <a:cxn ang="0">
                    <a:pos x="317" y="205"/>
                  </a:cxn>
                  <a:cxn ang="0">
                    <a:pos x="351" y="154"/>
                  </a:cxn>
                  <a:cxn ang="0">
                    <a:pos x="385" y="102"/>
                  </a:cxn>
                  <a:cxn ang="0">
                    <a:pos x="423" y="51"/>
                  </a:cxn>
                  <a:cxn ang="0">
                    <a:pos x="461" y="0"/>
                  </a:cxn>
                  <a:cxn ang="0">
                    <a:pos x="2159" y="1327"/>
                  </a:cxn>
                </a:cxnLst>
                <a:rect l="0" t="0" r="r" b="b"/>
                <a:pathLst>
                  <a:path w="2159" h="1811">
                    <a:moveTo>
                      <a:pt x="2159" y="1327"/>
                    </a:moveTo>
                    <a:lnTo>
                      <a:pt x="59" y="1811"/>
                    </a:lnTo>
                    <a:lnTo>
                      <a:pt x="59" y="1811"/>
                    </a:lnTo>
                    <a:lnTo>
                      <a:pt x="45" y="1751"/>
                    </a:lnTo>
                    <a:lnTo>
                      <a:pt x="34" y="1688"/>
                    </a:lnTo>
                    <a:lnTo>
                      <a:pt x="25" y="1627"/>
                    </a:lnTo>
                    <a:lnTo>
                      <a:pt x="15" y="1567"/>
                    </a:lnTo>
                    <a:lnTo>
                      <a:pt x="9" y="1506"/>
                    </a:lnTo>
                    <a:lnTo>
                      <a:pt x="4" y="1445"/>
                    </a:lnTo>
                    <a:lnTo>
                      <a:pt x="0" y="1384"/>
                    </a:lnTo>
                    <a:lnTo>
                      <a:pt x="0" y="1325"/>
                    </a:lnTo>
                    <a:lnTo>
                      <a:pt x="0" y="1265"/>
                    </a:lnTo>
                    <a:lnTo>
                      <a:pt x="0" y="1206"/>
                    </a:lnTo>
                    <a:lnTo>
                      <a:pt x="4" y="1147"/>
                    </a:lnTo>
                    <a:lnTo>
                      <a:pt x="9" y="1088"/>
                    </a:lnTo>
                    <a:lnTo>
                      <a:pt x="15" y="1031"/>
                    </a:lnTo>
                    <a:lnTo>
                      <a:pt x="25" y="972"/>
                    </a:lnTo>
                    <a:lnTo>
                      <a:pt x="34" y="915"/>
                    </a:lnTo>
                    <a:lnTo>
                      <a:pt x="45" y="858"/>
                    </a:lnTo>
                    <a:lnTo>
                      <a:pt x="59" y="801"/>
                    </a:lnTo>
                    <a:lnTo>
                      <a:pt x="74" y="746"/>
                    </a:lnTo>
                    <a:lnTo>
                      <a:pt x="91" y="689"/>
                    </a:lnTo>
                    <a:lnTo>
                      <a:pt x="110" y="634"/>
                    </a:lnTo>
                    <a:lnTo>
                      <a:pt x="131" y="579"/>
                    </a:lnTo>
                    <a:lnTo>
                      <a:pt x="152" y="524"/>
                    </a:lnTo>
                    <a:lnTo>
                      <a:pt x="175" y="471"/>
                    </a:lnTo>
                    <a:lnTo>
                      <a:pt x="201" y="416"/>
                    </a:lnTo>
                    <a:lnTo>
                      <a:pt x="228" y="363"/>
                    </a:lnTo>
                    <a:lnTo>
                      <a:pt x="256" y="309"/>
                    </a:lnTo>
                    <a:lnTo>
                      <a:pt x="287" y="256"/>
                    </a:lnTo>
                    <a:lnTo>
                      <a:pt x="317" y="205"/>
                    </a:lnTo>
                    <a:lnTo>
                      <a:pt x="351" y="154"/>
                    </a:lnTo>
                    <a:lnTo>
                      <a:pt x="385" y="102"/>
                    </a:lnTo>
                    <a:lnTo>
                      <a:pt x="423" y="51"/>
                    </a:lnTo>
                    <a:lnTo>
                      <a:pt x="461" y="0"/>
                    </a:lnTo>
                    <a:lnTo>
                      <a:pt x="2159" y="1327"/>
                    </a:lnTo>
                    <a:close/>
                  </a:path>
                </a:pathLst>
              </a:custGeom>
              <a:grpFill/>
              <a:ln w="19050" cmpd="sng">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0" name="Freeform 7"/>
              <p:cNvSpPr>
                <a:spLocks/>
              </p:cNvSpPr>
              <p:nvPr/>
            </p:nvSpPr>
            <p:spPr bwMode="auto">
              <a:xfrm>
                <a:off x="2524924" y="3413487"/>
                <a:ext cx="2062480" cy="1917124"/>
              </a:xfrm>
              <a:custGeom>
                <a:avLst/>
                <a:gdLst/>
                <a:ahLst/>
                <a:cxnLst>
                  <a:cxn ang="0">
                    <a:pos x="2100" y="0"/>
                  </a:cxn>
                  <a:cxn ang="0">
                    <a:pos x="1190" y="1952"/>
                  </a:cxn>
                  <a:cxn ang="0">
                    <a:pos x="1190" y="1952"/>
                  </a:cxn>
                  <a:cxn ang="0">
                    <a:pos x="1132" y="1926"/>
                  </a:cxn>
                  <a:cxn ang="0">
                    <a:pos x="1076" y="1897"/>
                  </a:cxn>
                  <a:cxn ang="0">
                    <a:pos x="1021" y="1867"/>
                  </a:cxn>
                  <a:cxn ang="0">
                    <a:pos x="968" y="1835"/>
                  </a:cxn>
                  <a:cxn ang="0">
                    <a:pos x="915" y="1802"/>
                  </a:cxn>
                  <a:cxn ang="0">
                    <a:pos x="864" y="1768"/>
                  </a:cxn>
                  <a:cxn ang="0">
                    <a:pos x="814" y="1732"/>
                  </a:cxn>
                  <a:cxn ang="0">
                    <a:pos x="765" y="1696"/>
                  </a:cxn>
                  <a:cxn ang="0">
                    <a:pos x="718" y="1658"/>
                  </a:cxn>
                  <a:cxn ang="0">
                    <a:pos x="672" y="1618"/>
                  </a:cxn>
                  <a:cxn ang="0">
                    <a:pos x="626" y="1578"/>
                  </a:cxn>
                  <a:cxn ang="0">
                    <a:pos x="583" y="1536"/>
                  </a:cxn>
                  <a:cxn ang="0">
                    <a:pos x="541" y="1495"/>
                  </a:cxn>
                  <a:cxn ang="0">
                    <a:pos x="499" y="1451"/>
                  </a:cxn>
                  <a:cxn ang="0">
                    <a:pos x="459" y="1405"/>
                  </a:cxn>
                  <a:cxn ang="0">
                    <a:pos x="421" y="1360"/>
                  </a:cxn>
                  <a:cxn ang="0">
                    <a:pos x="385" y="1312"/>
                  </a:cxn>
                  <a:cxn ang="0">
                    <a:pos x="349" y="1265"/>
                  </a:cxn>
                  <a:cxn ang="0">
                    <a:pos x="315" y="1216"/>
                  </a:cxn>
                  <a:cxn ang="0">
                    <a:pos x="281" y="1164"/>
                  </a:cxn>
                  <a:cxn ang="0">
                    <a:pos x="250" y="1113"/>
                  </a:cxn>
                  <a:cxn ang="0">
                    <a:pos x="220" y="1062"/>
                  </a:cxn>
                  <a:cxn ang="0">
                    <a:pos x="192" y="1007"/>
                  </a:cxn>
                  <a:cxn ang="0">
                    <a:pos x="165" y="954"/>
                  </a:cxn>
                  <a:cxn ang="0">
                    <a:pos x="138" y="898"/>
                  </a:cxn>
                  <a:cxn ang="0">
                    <a:pos x="114" y="841"/>
                  </a:cxn>
                  <a:cxn ang="0">
                    <a:pos x="91" y="784"/>
                  </a:cxn>
                  <a:cxn ang="0">
                    <a:pos x="70" y="726"/>
                  </a:cxn>
                  <a:cxn ang="0">
                    <a:pos x="51" y="667"/>
                  </a:cxn>
                  <a:cxn ang="0">
                    <a:pos x="32" y="608"/>
                  </a:cxn>
                  <a:cxn ang="0">
                    <a:pos x="15" y="547"/>
                  </a:cxn>
                  <a:cxn ang="0">
                    <a:pos x="0" y="484"/>
                  </a:cxn>
                  <a:cxn ang="0">
                    <a:pos x="2100" y="0"/>
                  </a:cxn>
                </a:cxnLst>
                <a:rect l="0" t="0" r="r" b="b"/>
                <a:pathLst>
                  <a:path w="2100" h="1952">
                    <a:moveTo>
                      <a:pt x="2100" y="0"/>
                    </a:moveTo>
                    <a:lnTo>
                      <a:pt x="1190" y="1952"/>
                    </a:lnTo>
                    <a:lnTo>
                      <a:pt x="1190" y="1952"/>
                    </a:lnTo>
                    <a:lnTo>
                      <a:pt x="1132" y="1926"/>
                    </a:lnTo>
                    <a:lnTo>
                      <a:pt x="1076" y="1897"/>
                    </a:lnTo>
                    <a:lnTo>
                      <a:pt x="1021" y="1867"/>
                    </a:lnTo>
                    <a:lnTo>
                      <a:pt x="968" y="1835"/>
                    </a:lnTo>
                    <a:lnTo>
                      <a:pt x="915" y="1802"/>
                    </a:lnTo>
                    <a:lnTo>
                      <a:pt x="864" y="1768"/>
                    </a:lnTo>
                    <a:lnTo>
                      <a:pt x="814" y="1732"/>
                    </a:lnTo>
                    <a:lnTo>
                      <a:pt x="765" y="1696"/>
                    </a:lnTo>
                    <a:lnTo>
                      <a:pt x="718" y="1658"/>
                    </a:lnTo>
                    <a:lnTo>
                      <a:pt x="672" y="1618"/>
                    </a:lnTo>
                    <a:lnTo>
                      <a:pt x="626" y="1578"/>
                    </a:lnTo>
                    <a:lnTo>
                      <a:pt x="583" y="1536"/>
                    </a:lnTo>
                    <a:lnTo>
                      <a:pt x="541" y="1495"/>
                    </a:lnTo>
                    <a:lnTo>
                      <a:pt x="499" y="1451"/>
                    </a:lnTo>
                    <a:lnTo>
                      <a:pt x="459" y="1405"/>
                    </a:lnTo>
                    <a:lnTo>
                      <a:pt x="421" y="1360"/>
                    </a:lnTo>
                    <a:lnTo>
                      <a:pt x="385" y="1312"/>
                    </a:lnTo>
                    <a:lnTo>
                      <a:pt x="349" y="1265"/>
                    </a:lnTo>
                    <a:lnTo>
                      <a:pt x="315" y="1216"/>
                    </a:lnTo>
                    <a:lnTo>
                      <a:pt x="281" y="1164"/>
                    </a:lnTo>
                    <a:lnTo>
                      <a:pt x="250" y="1113"/>
                    </a:lnTo>
                    <a:lnTo>
                      <a:pt x="220" y="1062"/>
                    </a:lnTo>
                    <a:lnTo>
                      <a:pt x="192" y="1007"/>
                    </a:lnTo>
                    <a:lnTo>
                      <a:pt x="165" y="954"/>
                    </a:lnTo>
                    <a:lnTo>
                      <a:pt x="138" y="898"/>
                    </a:lnTo>
                    <a:lnTo>
                      <a:pt x="114" y="841"/>
                    </a:lnTo>
                    <a:lnTo>
                      <a:pt x="91" y="784"/>
                    </a:lnTo>
                    <a:lnTo>
                      <a:pt x="70" y="726"/>
                    </a:lnTo>
                    <a:lnTo>
                      <a:pt x="51" y="667"/>
                    </a:lnTo>
                    <a:lnTo>
                      <a:pt x="32" y="608"/>
                    </a:lnTo>
                    <a:lnTo>
                      <a:pt x="15" y="547"/>
                    </a:lnTo>
                    <a:lnTo>
                      <a:pt x="0" y="484"/>
                    </a:lnTo>
                    <a:lnTo>
                      <a:pt x="2100" y="0"/>
                    </a:lnTo>
                    <a:close/>
                  </a:path>
                </a:pathLst>
              </a:custGeom>
              <a:grpFill/>
              <a:ln w="19050" cmpd="sng">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1" name="Freeform 8"/>
              <p:cNvSpPr>
                <a:spLocks/>
              </p:cNvSpPr>
              <p:nvPr/>
            </p:nvSpPr>
            <p:spPr bwMode="auto">
              <a:xfrm>
                <a:off x="3693663" y="3413487"/>
                <a:ext cx="1822839" cy="2126319"/>
              </a:xfrm>
              <a:custGeom>
                <a:avLst/>
                <a:gdLst/>
                <a:ahLst/>
                <a:cxnLst>
                  <a:cxn ang="0">
                    <a:pos x="910" y="0"/>
                  </a:cxn>
                  <a:cxn ang="0">
                    <a:pos x="1856" y="1937"/>
                  </a:cxn>
                  <a:cxn ang="0">
                    <a:pos x="1856" y="1937"/>
                  </a:cxn>
                  <a:cxn ang="0">
                    <a:pos x="1797" y="1964"/>
                  </a:cxn>
                  <a:cxn ang="0">
                    <a:pos x="1740" y="1988"/>
                  </a:cxn>
                  <a:cxn ang="0">
                    <a:pos x="1683" y="2013"/>
                  </a:cxn>
                  <a:cxn ang="0">
                    <a:pos x="1626" y="2034"/>
                  </a:cxn>
                  <a:cxn ang="0">
                    <a:pos x="1567" y="2055"/>
                  </a:cxn>
                  <a:cxn ang="0">
                    <a:pos x="1510" y="2074"/>
                  </a:cxn>
                  <a:cxn ang="0">
                    <a:pos x="1451" y="2091"/>
                  </a:cxn>
                  <a:cxn ang="0">
                    <a:pos x="1394" y="2106"/>
                  </a:cxn>
                  <a:cxn ang="0">
                    <a:pos x="1335" y="2119"/>
                  </a:cxn>
                  <a:cxn ang="0">
                    <a:pos x="1278" y="2131"/>
                  </a:cxn>
                  <a:cxn ang="0">
                    <a:pos x="1220" y="2140"/>
                  </a:cxn>
                  <a:cxn ang="0">
                    <a:pos x="1163" y="2148"/>
                  </a:cxn>
                  <a:cxn ang="0">
                    <a:pos x="1104" y="2156"/>
                  </a:cxn>
                  <a:cxn ang="0">
                    <a:pos x="1045" y="2159"/>
                  </a:cxn>
                  <a:cxn ang="0">
                    <a:pos x="988" y="2163"/>
                  </a:cxn>
                  <a:cxn ang="0">
                    <a:pos x="929" y="2165"/>
                  </a:cxn>
                  <a:cxn ang="0">
                    <a:pos x="870" y="2163"/>
                  </a:cxn>
                  <a:cxn ang="0">
                    <a:pos x="813" y="2161"/>
                  </a:cxn>
                  <a:cxn ang="0">
                    <a:pos x="754" y="2157"/>
                  </a:cxn>
                  <a:cxn ang="0">
                    <a:pos x="695" y="2152"/>
                  </a:cxn>
                  <a:cxn ang="0">
                    <a:pos x="638" y="2146"/>
                  </a:cxn>
                  <a:cxn ang="0">
                    <a:pos x="580" y="2137"/>
                  </a:cxn>
                  <a:cxn ang="0">
                    <a:pos x="521" y="2125"/>
                  </a:cxn>
                  <a:cxn ang="0">
                    <a:pos x="464" y="2114"/>
                  </a:cxn>
                  <a:cxn ang="0">
                    <a:pos x="405" y="2099"/>
                  </a:cxn>
                  <a:cxn ang="0">
                    <a:pos x="348" y="2083"/>
                  </a:cxn>
                  <a:cxn ang="0">
                    <a:pos x="289" y="2066"/>
                  </a:cxn>
                  <a:cxn ang="0">
                    <a:pos x="230" y="2047"/>
                  </a:cxn>
                  <a:cxn ang="0">
                    <a:pos x="173" y="2026"/>
                  </a:cxn>
                  <a:cxn ang="0">
                    <a:pos x="114" y="2004"/>
                  </a:cxn>
                  <a:cxn ang="0">
                    <a:pos x="57" y="1979"/>
                  </a:cxn>
                  <a:cxn ang="0">
                    <a:pos x="0" y="1952"/>
                  </a:cxn>
                  <a:cxn ang="0">
                    <a:pos x="910" y="0"/>
                  </a:cxn>
                </a:cxnLst>
                <a:rect l="0" t="0" r="r" b="b"/>
                <a:pathLst>
                  <a:path w="1856" h="2165">
                    <a:moveTo>
                      <a:pt x="910" y="0"/>
                    </a:moveTo>
                    <a:lnTo>
                      <a:pt x="1856" y="1937"/>
                    </a:lnTo>
                    <a:lnTo>
                      <a:pt x="1856" y="1937"/>
                    </a:lnTo>
                    <a:lnTo>
                      <a:pt x="1797" y="1964"/>
                    </a:lnTo>
                    <a:lnTo>
                      <a:pt x="1740" y="1988"/>
                    </a:lnTo>
                    <a:lnTo>
                      <a:pt x="1683" y="2013"/>
                    </a:lnTo>
                    <a:lnTo>
                      <a:pt x="1626" y="2034"/>
                    </a:lnTo>
                    <a:lnTo>
                      <a:pt x="1567" y="2055"/>
                    </a:lnTo>
                    <a:lnTo>
                      <a:pt x="1510" y="2074"/>
                    </a:lnTo>
                    <a:lnTo>
                      <a:pt x="1451" y="2091"/>
                    </a:lnTo>
                    <a:lnTo>
                      <a:pt x="1394" y="2106"/>
                    </a:lnTo>
                    <a:lnTo>
                      <a:pt x="1335" y="2119"/>
                    </a:lnTo>
                    <a:lnTo>
                      <a:pt x="1278" y="2131"/>
                    </a:lnTo>
                    <a:lnTo>
                      <a:pt x="1220" y="2140"/>
                    </a:lnTo>
                    <a:lnTo>
                      <a:pt x="1163" y="2148"/>
                    </a:lnTo>
                    <a:lnTo>
                      <a:pt x="1104" y="2156"/>
                    </a:lnTo>
                    <a:lnTo>
                      <a:pt x="1045" y="2159"/>
                    </a:lnTo>
                    <a:lnTo>
                      <a:pt x="988" y="2163"/>
                    </a:lnTo>
                    <a:lnTo>
                      <a:pt x="929" y="2165"/>
                    </a:lnTo>
                    <a:lnTo>
                      <a:pt x="870" y="2163"/>
                    </a:lnTo>
                    <a:lnTo>
                      <a:pt x="813" y="2161"/>
                    </a:lnTo>
                    <a:lnTo>
                      <a:pt x="754" y="2157"/>
                    </a:lnTo>
                    <a:lnTo>
                      <a:pt x="695" y="2152"/>
                    </a:lnTo>
                    <a:lnTo>
                      <a:pt x="638" y="2146"/>
                    </a:lnTo>
                    <a:lnTo>
                      <a:pt x="580" y="2137"/>
                    </a:lnTo>
                    <a:lnTo>
                      <a:pt x="521" y="2125"/>
                    </a:lnTo>
                    <a:lnTo>
                      <a:pt x="464" y="2114"/>
                    </a:lnTo>
                    <a:lnTo>
                      <a:pt x="405" y="2099"/>
                    </a:lnTo>
                    <a:lnTo>
                      <a:pt x="348" y="2083"/>
                    </a:lnTo>
                    <a:lnTo>
                      <a:pt x="289" y="2066"/>
                    </a:lnTo>
                    <a:lnTo>
                      <a:pt x="230" y="2047"/>
                    </a:lnTo>
                    <a:lnTo>
                      <a:pt x="173" y="2026"/>
                    </a:lnTo>
                    <a:lnTo>
                      <a:pt x="114" y="2004"/>
                    </a:lnTo>
                    <a:lnTo>
                      <a:pt x="57" y="1979"/>
                    </a:lnTo>
                    <a:lnTo>
                      <a:pt x="0" y="1952"/>
                    </a:lnTo>
                    <a:lnTo>
                      <a:pt x="910" y="0"/>
                    </a:lnTo>
                    <a:close/>
                  </a:path>
                </a:pathLst>
              </a:custGeom>
              <a:grpFill/>
              <a:ln w="19050" cmpd="sng">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2" name="Freeform 9"/>
              <p:cNvSpPr>
                <a:spLocks/>
              </p:cNvSpPr>
              <p:nvPr/>
            </p:nvSpPr>
            <p:spPr bwMode="auto">
              <a:xfrm>
                <a:off x="4587404" y="3413487"/>
                <a:ext cx="2070337" cy="1902392"/>
              </a:xfrm>
              <a:custGeom>
                <a:avLst/>
                <a:gdLst/>
                <a:ahLst/>
                <a:cxnLst>
                  <a:cxn ang="0">
                    <a:pos x="0" y="0"/>
                  </a:cxn>
                  <a:cxn ang="0">
                    <a:pos x="2108" y="448"/>
                  </a:cxn>
                  <a:cxn ang="0">
                    <a:pos x="2108" y="448"/>
                  </a:cxn>
                  <a:cxn ang="0">
                    <a:pos x="2095" y="509"/>
                  </a:cxn>
                  <a:cxn ang="0">
                    <a:pos x="2079" y="572"/>
                  </a:cxn>
                  <a:cxn ang="0">
                    <a:pos x="2060" y="631"/>
                  </a:cxn>
                  <a:cxn ang="0">
                    <a:pos x="2043" y="691"/>
                  </a:cxn>
                  <a:cxn ang="0">
                    <a:pos x="2022" y="748"/>
                  </a:cxn>
                  <a:cxn ang="0">
                    <a:pos x="2001" y="807"/>
                  </a:cxn>
                  <a:cxn ang="0">
                    <a:pos x="1977" y="864"/>
                  </a:cxn>
                  <a:cxn ang="0">
                    <a:pos x="1952" y="919"/>
                  </a:cxn>
                  <a:cxn ang="0">
                    <a:pos x="1926" y="974"/>
                  </a:cxn>
                  <a:cxn ang="0">
                    <a:pos x="1899" y="1028"/>
                  </a:cxn>
                  <a:cxn ang="0">
                    <a:pos x="1870" y="1081"/>
                  </a:cxn>
                  <a:cxn ang="0">
                    <a:pos x="1838" y="1132"/>
                  </a:cxn>
                  <a:cxn ang="0">
                    <a:pos x="1808" y="1183"/>
                  </a:cxn>
                  <a:cxn ang="0">
                    <a:pos x="1774" y="1233"/>
                  </a:cxn>
                  <a:cxn ang="0">
                    <a:pos x="1739" y="1282"/>
                  </a:cxn>
                  <a:cxn ang="0">
                    <a:pos x="1703" y="1329"/>
                  </a:cxn>
                  <a:cxn ang="0">
                    <a:pos x="1665" y="1377"/>
                  </a:cxn>
                  <a:cxn ang="0">
                    <a:pos x="1625" y="1423"/>
                  </a:cxn>
                  <a:cxn ang="0">
                    <a:pos x="1586" y="1466"/>
                  </a:cxn>
                  <a:cxn ang="0">
                    <a:pos x="1544" y="1510"/>
                  </a:cxn>
                  <a:cxn ang="0">
                    <a:pos x="1502" y="1552"/>
                  </a:cxn>
                  <a:cxn ang="0">
                    <a:pos x="1456" y="1593"/>
                  </a:cxn>
                  <a:cxn ang="0">
                    <a:pos x="1411" y="1633"/>
                  </a:cxn>
                  <a:cxn ang="0">
                    <a:pos x="1365" y="1671"/>
                  </a:cxn>
                  <a:cxn ang="0">
                    <a:pos x="1316" y="1709"/>
                  </a:cxn>
                  <a:cxn ang="0">
                    <a:pos x="1267" y="1745"/>
                  </a:cxn>
                  <a:cxn ang="0">
                    <a:pos x="1217" y="1781"/>
                  </a:cxn>
                  <a:cxn ang="0">
                    <a:pos x="1164" y="1814"/>
                  </a:cxn>
                  <a:cxn ang="0">
                    <a:pos x="1111" y="1848"/>
                  </a:cxn>
                  <a:cxn ang="0">
                    <a:pos x="1058" y="1878"/>
                  </a:cxn>
                  <a:cxn ang="0">
                    <a:pos x="1001" y="1909"/>
                  </a:cxn>
                  <a:cxn ang="0">
                    <a:pos x="946" y="1937"/>
                  </a:cxn>
                  <a:cxn ang="0">
                    <a:pos x="0" y="0"/>
                  </a:cxn>
                </a:cxnLst>
                <a:rect l="0" t="0" r="r" b="b"/>
                <a:pathLst>
                  <a:path w="2108" h="1937">
                    <a:moveTo>
                      <a:pt x="0" y="0"/>
                    </a:moveTo>
                    <a:lnTo>
                      <a:pt x="2108" y="448"/>
                    </a:lnTo>
                    <a:lnTo>
                      <a:pt x="2108" y="448"/>
                    </a:lnTo>
                    <a:lnTo>
                      <a:pt x="2095" y="509"/>
                    </a:lnTo>
                    <a:lnTo>
                      <a:pt x="2079" y="572"/>
                    </a:lnTo>
                    <a:lnTo>
                      <a:pt x="2060" y="631"/>
                    </a:lnTo>
                    <a:lnTo>
                      <a:pt x="2043" y="691"/>
                    </a:lnTo>
                    <a:lnTo>
                      <a:pt x="2022" y="748"/>
                    </a:lnTo>
                    <a:lnTo>
                      <a:pt x="2001" y="807"/>
                    </a:lnTo>
                    <a:lnTo>
                      <a:pt x="1977" y="864"/>
                    </a:lnTo>
                    <a:lnTo>
                      <a:pt x="1952" y="919"/>
                    </a:lnTo>
                    <a:lnTo>
                      <a:pt x="1926" y="974"/>
                    </a:lnTo>
                    <a:lnTo>
                      <a:pt x="1899" y="1028"/>
                    </a:lnTo>
                    <a:lnTo>
                      <a:pt x="1870" y="1081"/>
                    </a:lnTo>
                    <a:lnTo>
                      <a:pt x="1838" y="1132"/>
                    </a:lnTo>
                    <a:lnTo>
                      <a:pt x="1808" y="1183"/>
                    </a:lnTo>
                    <a:lnTo>
                      <a:pt x="1774" y="1233"/>
                    </a:lnTo>
                    <a:lnTo>
                      <a:pt x="1739" y="1282"/>
                    </a:lnTo>
                    <a:lnTo>
                      <a:pt x="1703" y="1329"/>
                    </a:lnTo>
                    <a:lnTo>
                      <a:pt x="1665" y="1377"/>
                    </a:lnTo>
                    <a:lnTo>
                      <a:pt x="1625" y="1423"/>
                    </a:lnTo>
                    <a:lnTo>
                      <a:pt x="1586" y="1466"/>
                    </a:lnTo>
                    <a:lnTo>
                      <a:pt x="1544" y="1510"/>
                    </a:lnTo>
                    <a:lnTo>
                      <a:pt x="1502" y="1552"/>
                    </a:lnTo>
                    <a:lnTo>
                      <a:pt x="1456" y="1593"/>
                    </a:lnTo>
                    <a:lnTo>
                      <a:pt x="1411" y="1633"/>
                    </a:lnTo>
                    <a:lnTo>
                      <a:pt x="1365" y="1671"/>
                    </a:lnTo>
                    <a:lnTo>
                      <a:pt x="1316" y="1709"/>
                    </a:lnTo>
                    <a:lnTo>
                      <a:pt x="1267" y="1745"/>
                    </a:lnTo>
                    <a:lnTo>
                      <a:pt x="1217" y="1781"/>
                    </a:lnTo>
                    <a:lnTo>
                      <a:pt x="1164" y="1814"/>
                    </a:lnTo>
                    <a:lnTo>
                      <a:pt x="1111" y="1848"/>
                    </a:lnTo>
                    <a:lnTo>
                      <a:pt x="1058" y="1878"/>
                    </a:lnTo>
                    <a:lnTo>
                      <a:pt x="1001" y="1909"/>
                    </a:lnTo>
                    <a:lnTo>
                      <a:pt x="946" y="1937"/>
                    </a:lnTo>
                    <a:lnTo>
                      <a:pt x="0" y="0"/>
                    </a:lnTo>
                    <a:close/>
                  </a:path>
                </a:pathLst>
              </a:custGeom>
              <a:grpFill/>
              <a:ln w="19050" cmpd="sng">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 name="Freeform 10"/>
              <p:cNvSpPr>
                <a:spLocks/>
              </p:cNvSpPr>
              <p:nvPr/>
            </p:nvSpPr>
            <p:spPr bwMode="auto">
              <a:xfrm>
                <a:off x="4587404" y="2081715"/>
                <a:ext cx="2122390" cy="1771768"/>
              </a:xfrm>
              <a:custGeom>
                <a:avLst/>
                <a:gdLst/>
                <a:ahLst/>
                <a:cxnLst>
                  <a:cxn ang="0">
                    <a:pos x="0" y="1356"/>
                  </a:cxn>
                  <a:cxn ang="0">
                    <a:pos x="1675" y="0"/>
                  </a:cxn>
                  <a:cxn ang="0">
                    <a:pos x="1675" y="0"/>
                  </a:cxn>
                  <a:cxn ang="0">
                    <a:pos x="1715" y="50"/>
                  </a:cxn>
                  <a:cxn ang="0">
                    <a:pos x="1753" y="99"/>
                  </a:cxn>
                  <a:cxn ang="0">
                    <a:pos x="1787" y="150"/>
                  </a:cxn>
                  <a:cxn ang="0">
                    <a:pos x="1823" y="202"/>
                  </a:cxn>
                  <a:cxn ang="0">
                    <a:pos x="1855" y="253"/>
                  </a:cxn>
                  <a:cxn ang="0">
                    <a:pos x="1886" y="306"/>
                  </a:cxn>
                  <a:cxn ang="0">
                    <a:pos x="1916" y="357"/>
                  </a:cxn>
                  <a:cxn ang="0">
                    <a:pos x="1943" y="411"/>
                  </a:cxn>
                  <a:cxn ang="0">
                    <a:pos x="1969" y="464"/>
                  </a:cxn>
                  <a:cxn ang="0">
                    <a:pos x="1994" y="519"/>
                  </a:cxn>
                  <a:cxn ang="0">
                    <a:pos x="2017" y="572"/>
                  </a:cxn>
                  <a:cxn ang="0">
                    <a:pos x="2038" y="627"/>
                  </a:cxn>
                  <a:cxn ang="0">
                    <a:pos x="2057" y="682"/>
                  </a:cxn>
                  <a:cxn ang="0">
                    <a:pos x="2074" y="739"/>
                  </a:cxn>
                  <a:cxn ang="0">
                    <a:pos x="2091" y="794"/>
                  </a:cxn>
                  <a:cxn ang="0">
                    <a:pos x="2104" y="851"/>
                  </a:cxn>
                  <a:cxn ang="0">
                    <a:pos x="2117" y="908"/>
                  </a:cxn>
                  <a:cxn ang="0">
                    <a:pos x="2129" y="965"/>
                  </a:cxn>
                  <a:cxn ang="0">
                    <a:pos x="2138" y="1022"/>
                  </a:cxn>
                  <a:cxn ang="0">
                    <a:pos x="2146" y="1081"/>
                  </a:cxn>
                  <a:cxn ang="0">
                    <a:pos x="2152" y="1138"/>
                  </a:cxn>
                  <a:cxn ang="0">
                    <a:pos x="2157" y="1197"/>
                  </a:cxn>
                  <a:cxn ang="0">
                    <a:pos x="2159" y="1258"/>
                  </a:cxn>
                  <a:cxn ang="0">
                    <a:pos x="2161" y="1316"/>
                  </a:cxn>
                  <a:cxn ang="0">
                    <a:pos x="2159" y="1375"/>
                  </a:cxn>
                  <a:cxn ang="0">
                    <a:pos x="2157" y="1436"/>
                  </a:cxn>
                  <a:cxn ang="0">
                    <a:pos x="2153" y="1497"/>
                  </a:cxn>
                  <a:cxn ang="0">
                    <a:pos x="2148" y="1558"/>
                  </a:cxn>
                  <a:cxn ang="0">
                    <a:pos x="2140" y="1618"/>
                  </a:cxn>
                  <a:cxn ang="0">
                    <a:pos x="2131" y="1681"/>
                  </a:cxn>
                  <a:cxn ang="0">
                    <a:pos x="2121" y="1742"/>
                  </a:cxn>
                  <a:cxn ang="0">
                    <a:pos x="2108" y="1804"/>
                  </a:cxn>
                  <a:cxn ang="0">
                    <a:pos x="0" y="1356"/>
                  </a:cxn>
                </a:cxnLst>
                <a:rect l="0" t="0" r="r" b="b"/>
                <a:pathLst>
                  <a:path w="2161" h="1804">
                    <a:moveTo>
                      <a:pt x="0" y="1356"/>
                    </a:moveTo>
                    <a:lnTo>
                      <a:pt x="1675" y="0"/>
                    </a:lnTo>
                    <a:lnTo>
                      <a:pt x="1675" y="0"/>
                    </a:lnTo>
                    <a:lnTo>
                      <a:pt x="1715" y="50"/>
                    </a:lnTo>
                    <a:lnTo>
                      <a:pt x="1753" y="99"/>
                    </a:lnTo>
                    <a:lnTo>
                      <a:pt x="1787" y="150"/>
                    </a:lnTo>
                    <a:lnTo>
                      <a:pt x="1823" y="202"/>
                    </a:lnTo>
                    <a:lnTo>
                      <a:pt x="1855" y="253"/>
                    </a:lnTo>
                    <a:lnTo>
                      <a:pt x="1886" y="306"/>
                    </a:lnTo>
                    <a:lnTo>
                      <a:pt x="1916" y="357"/>
                    </a:lnTo>
                    <a:lnTo>
                      <a:pt x="1943" y="411"/>
                    </a:lnTo>
                    <a:lnTo>
                      <a:pt x="1969" y="464"/>
                    </a:lnTo>
                    <a:lnTo>
                      <a:pt x="1994" y="519"/>
                    </a:lnTo>
                    <a:lnTo>
                      <a:pt x="2017" y="572"/>
                    </a:lnTo>
                    <a:lnTo>
                      <a:pt x="2038" y="627"/>
                    </a:lnTo>
                    <a:lnTo>
                      <a:pt x="2057" y="682"/>
                    </a:lnTo>
                    <a:lnTo>
                      <a:pt x="2074" y="739"/>
                    </a:lnTo>
                    <a:lnTo>
                      <a:pt x="2091" y="794"/>
                    </a:lnTo>
                    <a:lnTo>
                      <a:pt x="2104" y="851"/>
                    </a:lnTo>
                    <a:lnTo>
                      <a:pt x="2117" y="908"/>
                    </a:lnTo>
                    <a:lnTo>
                      <a:pt x="2129" y="965"/>
                    </a:lnTo>
                    <a:lnTo>
                      <a:pt x="2138" y="1022"/>
                    </a:lnTo>
                    <a:lnTo>
                      <a:pt x="2146" y="1081"/>
                    </a:lnTo>
                    <a:lnTo>
                      <a:pt x="2152" y="1138"/>
                    </a:lnTo>
                    <a:lnTo>
                      <a:pt x="2157" y="1197"/>
                    </a:lnTo>
                    <a:lnTo>
                      <a:pt x="2159" y="1258"/>
                    </a:lnTo>
                    <a:lnTo>
                      <a:pt x="2161" y="1316"/>
                    </a:lnTo>
                    <a:lnTo>
                      <a:pt x="2159" y="1375"/>
                    </a:lnTo>
                    <a:lnTo>
                      <a:pt x="2157" y="1436"/>
                    </a:lnTo>
                    <a:lnTo>
                      <a:pt x="2153" y="1497"/>
                    </a:lnTo>
                    <a:lnTo>
                      <a:pt x="2148" y="1558"/>
                    </a:lnTo>
                    <a:lnTo>
                      <a:pt x="2140" y="1618"/>
                    </a:lnTo>
                    <a:lnTo>
                      <a:pt x="2131" y="1681"/>
                    </a:lnTo>
                    <a:lnTo>
                      <a:pt x="2121" y="1742"/>
                    </a:lnTo>
                    <a:lnTo>
                      <a:pt x="2108" y="1804"/>
                    </a:lnTo>
                    <a:lnTo>
                      <a:pt x="0" y="1356"/>
                    </a:lnTo>
                    <a:close/>
                  </a:path>
                </a:pathLst>
              </a:custGeom>
              <a:grpFill/>
              <a:ln w="19050" cmpd="sng">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4" name="Freeform 11"/>
              <p:cNvSpPr>
                <a:spLocks/>
              </p:cNvSpPr>
              <p:nvPr/>
            </p:nvSpPr>
            <p:spPr bwMode="auto">
              <a:xfrm>
                <a:off x="4587404" y="1296990"/>
                <a:ext cx="1645073" cy="2116497"/>
              </a:xfrm>
              <a:custGeom>
                <a:avLst/>
                <a:gdLst/>
                <a:ahLst/>
                <a:cxnLst>
                  <a:cxn ang="0">
                    <a:pos x="0" y="2155"/>
                  </a:cxn>
                  <a:cxn ang="0">
                    <a:pos x="0" y="0"/>
                  </a:cxn>
                  <a:cxn ang="0">
                    <a:pos x="0" y="0"/>
                  </a:cxn>
                  <a:cxn ang="0">
                    <a:pos x="65" y="2"/>
                  </a:cxn>
                  <a:cxn ang="0">
                    <a:pos x="127" y="4"/>
                  </a:cxn>
                  <a:cxn ang="0">
                    <a:pos x="188" y="8"/>
                  </a:cxn>
                  <a:cxn ang="0">
                    <a:pos x="251" y="13"/>
                  </a:cxn>
                  <a:cxn ang="0">
                    <a:pos x="311" y="21"/>
                  </a:cxn>
                  <a:cxn ang="0">
                    <a:pos x="370" y="28"/>
                  </a:cxn>
                  <a:cxn ang="0">
                    <a:pos x="429" y="40"/>
                  </a:cxn>
                  <a:cxn ang="0">
                    <a:pos x="488" y="51"/>
                  </a:cxn>
                  <a:cxn ang="0">
                    <a:pos x="547" y="65"/>
                  </a:cxn>
                  <a:cxn ang="0">
                    <a:pos x="604" y="80"/>
                  </a:cxn>
                  <a:cxn ang="0">
                    <a:pos x="661" y="95"/>
                  </a:cxn>
                  <a:cxn ang="0">
                    <a:pos x="716" y="114"/>
                  </a:cxn>
                  <a:cxn ang="0">
                    <a:pos x="771" y="133"/>
                  </a:cxn>
                  <a:cxn ang="0">
                    <a:pos x="826" y="154"/>
                  </a:cxn>
                  <a:cxn ang="0">
                    <a:pos x="879" y="177"/>
                  </a:cxn>
                  <a:cxn ang="0">
                    <a:pos x="932" y="201"/>
                  </a:cxn>
                  <a:cxn ang="0">
                    <a:pos x="984" y="228"/>
                  </a:cxn>
                  <a:cxn ang="0">
                    <a:pos x="1035" y="254"/>
                  </a:cxn>
                  <a:cxn ang="0">
                    <a:pos x="1086" y="283"/>
                  </a:cxn>
                  <a:cxn ang="0">
                    <a:pos x="1136" y="313"/>
                  </a:cxn>
                  <a:cxn ang="0">
                    <a:pos x="1185" y="346"/>
                  </a:cxn>
                  <a:cxn ang="0">
                    <a:pos x="1234" y="380"/>
                  </a:cxn>
                  <a:cxn ang="0">
                    <a:pos x="1282" y="414"/>
                  </a:cxn>
                  <a:cxn ang="0">
                    <a:pos x="1329" y="452"/>
                  </a:cxn>
                  <a:cxn ang="0">
                    <a:pos x="1375" y="490"/>
                  </a:cxn>
                  <a:cxn ang="0">
                    <a:pos x="1420" y="530"/>
                  </a:cxn>
                  <a:cxn ang="0">
                    <a:pos x="1464" y="570"/>
                  </a:cxn>
                  <a:cxn ang="0">
                    <a:pos x="1508" y="613"/>
                  </a:cxn>
                  <a:cxn ang="0">
                    <a:pos x="1551" y="657"/>
                  </a:cxn>
                  <a:cxn ang="0">
                    <a:pos x="1593" y="703"/>
                  </a:cxn>
                  <a:cxn ang="0">
                    <a:pos x="1635" y="750"/>
                  </a:cxn>
                  <a:cxn ang="0">
                    <a:pos x="1675" y="799"/>
                  </a:cxn>
                  <a:cxn ang="0">
                    <a:pos x="0" y="2155"/>
                  </a:cxn>
                </a:cxnLst>
                <a:rect l="0" t="0" r="r" b="b"/>
                <a:pathLst>
                  <a:path w="1675" h="2155">
                    <a:moveTo>
                      <a:pt x="0" y="2155"/>
                    </a:moveTo>
                    <a:lnTo>
                      <a:pt x="0" y="0"/>
                    </a:lnTo>
                    <a:lnTo>
                      <a:pt x="0" y="0"/>
                    </a:lnTo>
                    <a:lnTo>
                      <a:pt x="65" y="2"/>
                    </a:lnTo>
                    <a:lnTo>
                      <a:pt x="127" y="4"/>
                    </a:lnTo>
                    <a:lnTo>
                      <a:pt x="188" y="8"/>
                    </a:lnTo>
                    <a:lnTo>
                      <a:pt x="251" y="13"/>
                    </a:lnTo>
                    <a:lnTo>
                      <a:pt x="311" y="21"/>
                    </a:lnTo>
                    <a:lnTo>
                      <a:pt x="370" y="28"/>
                    </a:lnTo>
                    <a:lnTo>
                      <a:pt x="429" y="40"/>
                    </a:lnTo>
                    <a:lnTo>
                      <a:pt x="488" y="51"/>
                    </a:lnTo>
                    <a:lnTo>
                      <a:pt x="547" y="65"/>
                    </a:lnTo>
                    <a:lnTo>
                      <a:pt x="604" y="80"/>
                    </a:lnTo>
                    <a:lnTo>
                      <a:pt x="661" y="95"/>
                    </a:lnTo>
                    <a:lnTo>
                      <a:pt x="716" y="114"/>
                    </a:lnTo>
                    <a:lnTo>
                      <a:pt x="771" y="133"/>
                    </a:lnTo>
                    <a:lnTo>
                      <a:pt x="826" y="154"/>
                    </a:lnTo>
                    <a:lnTo>
                      <a:pt x="879" y="177"/>
                    </a:lnTo>
                    <a:lnTo>
                      <a:pt x="932" y="201"/>
                    </a:lnTo>
                    <a:lnTo>
                      <a:pt x="984" y="228"/>
                    </a:lnTo>
                    <a:lnTo>
                      <a:pt x="1035" y="254"/>
                    </a:lnTo>
                    <a:lnTo>
                      <a:pt x="1086" y="283"/>
                    </a:lnTo>
                    <a:lnTo>
                      <a:pt x="1136" y="313"/>
                    </a:lnTo>
                    <a:lnTo>
                      <a:pt x="1185" y="346"/>
                    </a:lnTo>
                    <a:lnTo>
                      <a:pt x="1234" y="380"/>
                    </a:lnTo>
                    <a:lnTo>
                      <a:pt x="1282" y="414"/>
                    </a:lnTo>
                    <a:lnTo>
                      <a:pt x="1329" y="452"/>
                    </a:lnTo>
                    <a:lnTo>
                      <a:pt x="1375" y="490"/>
                    </a:lnTo>
                    <a:lnTo>
                      <a:pt x="1420" y="530"/>
                    </a:lnTo>
                    <a:lnTo>
                      <a:pt x="1464" y="570"/>
                    </a:lnTo>
                    <a:lnTo>
                      <a:pt x="1508" y="613"/>
                    </a:lnTo>
                    <a:lnTo>
                      <a:pt x="1551" y="657"/>
                    </a:lnTo>
                    <a:lnTo>
                      <a:pt x="1593" y="703"/>
                    </a:lnTo>
                    <a:lnTo>
                      <a:pt x="1635" y="750"/>
                    </a:lnTo>
                    <a:lnTo>
                      <a:pt x="1675" y="799"/>
                    </a:lnTo>
                    <a:lnTo>
                      <a:pt x="0" y="2155"/>
                    </a:lnTo>
                    <a:close/>
                  </a:path>
                </a:pathLst>
              </a:custGeom>
              <a:grpFill/>
              <a:ln w="19050" cmpd="sng">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14" name="Group 113">
              <a:extLst>
                <a:ext uri="{C183D7F6-B498-43B3-948B-1728B52AA6E4}">
                  <adec:decorative xmlns:adec="http://schemas.microsoft.com/office/drawing/2017/decorative" val="1"/>
                </a:ext>
              </a:extLst>
            </p:cNvPr>
            <p:cNvGrpSpPr/>
            <p:nvPr/>
          </p:nvGrpSpPr>
          <p:grpSpPr>
            <a:xfrm>
              <a:off x="6878030" y="2279751"/>
              <a:ext cx="3390573" cy="3390573"/>
              <a:chOff x="2147444" y="1017144"/>
              <a:chExt cx="4849112" cy="4849112"/>
            </a:xfrm>
          </p:grpSpPr>
          <p:sp>
            <p:nvSpPr>
              <p:cNvPr id="115" name="Freeform 44"/>
              <p:cNvSpPr>
                <a:spLocks/>
              </p:cNvSpPr>
              <p:nvPr/>
            </p:nvSpPr>
            <p:spPr bwMode="auto">
              <a:xfrm>
                <a:off x="4328422" y="3198122"/>
                <a:ext cx="487156" cy="487156"/>
              </a:xfrm>
              <a:custGeom>
                <a:avLst/>
                <a:gdLst>
                  <a:gd name="T0" fmla="*/ 866 w 866"/>
                  <a:gd name="T1" fmla="*/ 456 h 866"/>
                  <a:gd name="T2" fmla="*/ 856 w 866"/>
                  <a:gd name="T3" fmla="*/ 520 h 866"/>
                  <a:gd name="T4" fmla="*/ 840 w 866"/>
                  <a:gd name="T5" fmla="*/ 581 h 866"/>
                  <a:gd name="T6" fmla="*/ 813 w 866"/>
                  <a:gd name="T7" fmla="*/ 639 h 866"/>
                  <a:gd name="T8" fmla="*/ 779 w 866"/>
                  <a:gd name="T9" fmla="*/ 692 h 866"/>
                  <a:gd name="T10" fmla="*/ 739 w 866"/>
                  <a:gd name="T11" fmla="*/ 739 h 866"/>
                  <a:gd name="T12" fmla="*/ 692 w 866"/>
                  <a:gd name="T13" fmla="*/ 779 h 866"/>
                  <a:gd name="T14" fmla="*/ 639 w 866"/>
                  <a:gd name="T15" fmla="*/ 813 h 866"/>
                  <a:gd name="T16" fmla="*/ 581 w 866"/>
                  <a:gd name="T17" fmla="*/ 840 h 866"/>
                  <a:gd name="T18" fmla="*/ 520 w 866"/>
                  <a:gd name="T19" fmla="*/ 856 h 866"/>
                  <a:gd name="T20" fmla="*/ 456 w 866"/>
                  <a:gd name="T21" fmla="*/ 866 h 866"/>
                  <a:gd name="T22" fmla="*/ 410 w 866"/>
                  <a:gd name="T23" fmla="*/ 866 h 866"/>
                  <a:gd name="T24" fmla="*/ 346 w 866"/>
                  <a:gd name="T25" fmla="*/ 856 h 866"/>
                  <a:gd name="T26" fmla="*/ 285 w 866"/>
                  <a:gd name="T27" fmla="*/ 840 h 866"/>
                  <a:gd name="T28" fmla="*/ 227 w 866"/>
                  <a:gd name="T29" fmla="*/ 813 h 866"/>
                  <a:gd name="T30" fmla="*/ 174 w 866"/>
                  <a:gd name="T31" fmla="*/ 779 h 866"/>
                  <a:gd name="T32" fmla="*/ 127 w 866"/>
                  <a:gd name="T33" fmla="*/ 739 h 866"/>
                  <a:gd name="T34" fmla="*/ 87 w 866"/>
                  <a:gd name="T35" fmla="*/ 692 h 866"/>
                  <a:gd name="T36" fmla="*/ 53 w 866"/>
                  <a:gd name="T37" fmla="*/ 639 h 866"/>
                  <a:gd name="T38" fmla="*/ 26 w 866"/>
                  <a:gd name="T39" fmla="*/ 581 h 866"/>
                  <a:gd name="T40" fmla="*/ 10 w 866"/>
                  <a:gd name="T41" fmla="*/ 520 h 866"/>
                  <a:gd name="T42" fmla="*/ 0 w 866"/>
                  <a:gd name="T43" fmla="*/ 456 h 866"/>
                  <a:gd name="T44" fmla="*/ 0 w 866"/>
                  <a:gd name="T45" fmla="*/ 410 h 866"/>
                  <a:gd name="T46" fmla="*/ 10 w 866"/>
                  <a:gd name="T47" fmla="*/ 346 h 866"/>
                  <a:gd name="T48" fmla="*/ 26 w 866"/>
                  <a:gd name="T49" fmla="*/ 285 h 866"/>
                  <a:gd name="T50" fmla="*/ 53 w 866"/>
                  <a:gd name="T51" fmla="*/ 227 h 866"/>
                  <a:gd name="T52" fmla="*/ 87 w 866"/>
                  <a:gd name="T53" fmla="*/ 174 h 866"/>
                  <a:gd name="T54" fmla="*/ 127 w 866"/>
                  <a:gd name="T55" fmla="*/ 127 h 866"/>
                  <a:gd name="T56" fmla="*/ 174 w 866"/>
                  <a:gd name="T57" fmla="*/ 87 h 866"/>
                  <a:gd name="T58" fmla="*/ 227 w 866"/>
                  <a:gd name="T59" fmla="*/ 53 h 866"/>
                  <a:gd name="T60" fmla="*/ 285 w 866"/>
                  <a:gd name="T61" fmla="*/ 26 h 866"/>
                  <a:gd name="T62" fmla="*/ 346 w 866"/>
                  <a:gd name="T63" fmla="*/ 10 h 866"/>
                  <a:gd name="T64" fmla="*/ 410 w 866"/>
                  <a:gd name="T65" fmla="*/ 0 h 866"/>
                  <a:gd name="T66" fmla="*/ 456 w 866"/>
                  <a:gd name="T67" fmla="*/ 0 h 866"/>
                  <a:gd name="T68" fmla="*/ 520 w 866"/>
                  <a:gd name="T69" fmla="*/ 10 h 866"/>
                  <a:gd name="T70" fmla="*/ 581 w 866"/>
                  <a:gd name="T71" fmla="*/ 26 h 866"/>
                  <a:gd name="T72" fmla="*/ 639 w 866"/>
                  <a:gd name="T73" fmla="*/ 53 h 866"/>
                  <a:gd name="T74" fmla="*/ 692 w 866"/>
                  <a:gd name="T75" fmla="*/ 87 h 866"/>
                  <a:gd name="T76" fmla="*/ 739 w 866"/>
                  <a:gd name="T77" fmla="*/ 127 h 866"/>
                  <a:gd name="T78" fmla="*/ 779 w 866"/>
                  <a:gd name="T79" fmla="*/ 174 h 866"/>
                  <a:gd name="T80" fmla="*/ 813 w 866"/>
                  <a:gd name="T81" fmla="*/ 227 h 866"/>
                  <a:gd name="T82" fmla="*/ 840 w 866"/>
                  <a:gd name="T83" fmla="*/ 285 h 866"/>
                  <a:gd name="T84" fmla="*/ 856 w 866"/>
                  <a:gd name="T85" fmla="*/ 346 h 866"/>
                  <a:gd name="T86" fmla="*/ 866 w 866"/>
                  <a:gd name="T87" fmla="*/ 410 h 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66" h="866">
                    <a:moveTo>
                      <a:pt x="866" y="433"/>
                    </a:moveTo>
                    <a:lnTo>
                      <a:pt x="866" y="433"/>
                    </a:lnTo>
                    <a:lnTo>
                      <a:pt x="866" y="456"/>
                    </a:lnTo>
                    <a:lnTo>
                      <a:pt x="865" y="476"/>
                    </a:lnTo>
                    <a:lnTo>
                      <a:pt x="861" y="499"/>
                    </a:lnTo>
                    <a:lnTo>
                      <a:pt x="856" y="520"/>
                    </a:lnTo>
                    <a:lnTo>
                      <a:pt x="852" y="541"/>
                    </a:lnTo>
                    <a:lnTo>
                      <a:pt x="847" y="562"/>
                    </a:lnTo>
                    <a:lnTo>
                      <a:pt x="840" y="581"/>
                    </a:lnTo>
                    <a:lnTo>
                      <a:pt x="832" y="602"/>
                    </a:lnTo>
                    <a:lnTo>
                      <a:pt x="823" y="621"/>
                    </a:lnTo>
                    <a:lnTo>
                      <a:pt x="813" y="639"/>
                    </a:lnTo>
                    <a:lnTo>
                      <a:pt x="803" y="657"/>
                    </a:lnTo>
                    <a:lnTo>
                      <a:pt x="792" y="675"/>
                    </a:lnTo>
                    <a:lnTo>
                      <a:pt x="779" y="692"/>
                    </a:lnTo>
                    <a:lnTo>
                      <a:pt x="766" y="708"/>
                    </a:lnTo>
                    <a:lnTo>
                      <a:pt x="753" y="724"/>
                    </a:lnTo>
                    <a:lnTo>
                      <a:pt x="739" y="739"/>
                    </a:lnTo>
                    <a:lnTo>
                      <a:pt x="724" y="753"/>
                    </a:lnTo>
                    <a:lnTo>
                      <a:pt x="708" y="766"/>
                    </a:lnTo>
                    <a:lnTo>
                      <a:pt x="692" y="779"/>
                    </a:lnTo>
                    <a:lnTo>
                      <a:pt x="675" y="792"/>
                    </a:lnTo>
                    <a:lnTo>
                      <a:pt x="657" y="803"/>
                    </a:lnTo>
                    <a:lnTo>
                      <a:pt x="639" y="813"/>
                    </a:lnTo>
                    <a:lnTo>
                      <a:pt x="621" y="823"/>
                    </a:lnTo>
                    <a:lnTo>
                      <a:pt x="602" y="832"/>
                    </a:lnTo>
                    <a:lnTo>
                      <a:pt x="581" y="840"/>
                    </a:lnTo>
                    <a:lnTo>
                      <a:pt x="562" y="847"/>
                    </a:lnTo>
                    <a:lnTo>
                      <a:pt x="541" y="852"/>
                    </a:lnTo>
                    <a:lnTo>
                      <a:pt x="520" y="856"/>
                    </a:lnTo>
                    <a:lnTo>
                      <a:pt x="499" y="861"/>
                    </a:lnTo>
                    <a:lnTo>
                      <a:pt x="476" y="865"/>
                    </a:lnTo>
                    <a:lnTo>
                      <a:pt x="456" y="866"/>
                    </a:lnTo>
                    <a:lnTo>
                      <a:pt x="433" y="866"/>
                    </a:lnTo>
                    <a:lnTo>
                      <a:pt x="433" y="866"/>
                    </a:lnTo>
                    <a:lnTo>
                      <a:pt x="410" y="866"/>
                    </a:lnTo>
                    <a:lnTo>
                      <a:pt x="390" y="865"/>
                    </a:lnTo>
                    <a:lnTo>
                      <a:pt x="367" y="861"/>
                    </a:lnTo>
                    <a:lnTo>
                      <a:pt x="346" y="856"/>
                    </a:lnTo>
                    <a:lnTo>
                      <a:pt x="325" y="852"/>
                    </a:lnTo>
                    <a:lnTo>
                      <a:pt x="304" y="847"/>
                    </a:lnTo>
                    <a:lnTo>
                      <a:pt x="285" y="840"/>
                    </a:lnTo>
                    <a:lnTo>
                      <a:pt x="264" y="832"/>
                    </a:lnTo>
                    <a:lnTo>
                      <a:pt x="245" y="823"/>
                    </a:lnTo>
                    <a:lnTo>
                      <a:pt x="227" y="813"/>
                    </a:lnTo>
                    <a:lnTo>
                      <a:pt x="209" y="803"/>
                    </a:lnTo>
                    <a:lnTo>
                      <a:pt x="191" y="792"/>
                    </a:lnTo>
                    <a:lnTo>
                      <a:pt x="174" y="779"/>
                    </a:lnTo>
                    <a:lnTo>
                      <a:pt x="158" y="766"/>
                    </a:lnTo>
                    <a:lnTo>
                      <a:pt x="142" y="753"/>
                    </a:lnTo>
                    <a:lnTo>
                      <a:pt x="127" y="739"/>
                    </a:lnTo>
                    <a:lnTo>
                      <a:pt x="113" y="724"/>
                    </a:lnTo>
                    <a:lnTo>
                      <a:pt x="100" y="708"/>
                    </a:lnTo>
                    <a:lnTo>
                      <a:pt x="87" y="692"/>
                    </a:lnTo>
                    <a:lnTo>
                      <a:pt x="74" y="675"/>
                    </a:lnTo>
                    <a:lnTo>
                      <a:pt x="63" y="657"/>
                    </a:lnTo>
                    <a:lnTo>
                      <a:pt x="53" y="639"/>
                    </a:lnTo>
                    <a:lnTo>
                      <a:pt x="43" y="621"/>
                    </a:lnTo>
                    <a:lnTo>
                      <a:pt x="34" y="602"/>
                    </a:lnTo>
                    <a:lnTo>
                      <a:pt x="26" y="581"/>
                    </a:lnTo>
                    <a:lnTo>
                      <a:pt x="19" y="562"/>
                    </a:lnTo>
                    <a:lnTo>
                      <a:pt x="14" y="541"/>
                    </a:lnTo>
                    <a:lnTo>
                      <a:pt x="10" y="520"/>
                    </a:lnTo>
                    <a:lnTo>
                      <a:pt x="5" y="499"/>
                    </a:lnTo>
                    <a:lnTo>
                      <a:pt x="1" y="476"/>
                    </a:lnTo>
                    <a:lnTo>
                      <a:pt x="0" y="456"/>
                    </a:lnTo>
                    <a:lnTo>
                      <a:pt x="0" y="433"/>
                    </a:lnTo>
                    <a:lnTo>
                      <a:pt x="0" y="433"/>
                    </a:lnTo>
                    <a:lnTo>
                      <a:pt x="0" y="410"/>
                    </a:lnTo>
                    <a:lnTo>
                      <a:pt x="1" y="390"/>
                    </a:lnTo>
                    <a:lnTo>
                      <a:pt x="5" y="367"/>
                    </a:lnTo>
                    <a:lnTo>
                      <a:pt x="10" y="346"/>
                    </a:lnTo>
                    <a:lnTo>
                      <a:pt x="14" y="325"/>
                    </a:lnTo>
                    <a:lnTo>
                      <a:pt x="19" y="304"/>
                    </a:lnTo>
                    <a:lnTo>
                      <a:pt x="26" y="285"/>
                    </a:lnTo>
                    <a:lnTo>
                      <a:pt x="34" y="264"/>
                    </a:lnTo>
                    <a:lnTo>
                      <a:pt x="43" y="245"/>
                    </a:lnTo>
                    <a:lnTo>
                      <a:pt x="53" y="227"/>
                    </a:lnTo>
                    <a:lnTo>
                      <a:pt x="63" y="209"/>
                    </a:lnTo>
                    <a:lnTo>
                      <a:pt x="74" y="191"/>
                    </a:lnTo>
                    <a:lnTo>
                      <a:pt x="87" y="174"/>
                    </a:lnTo>
                    <a:lnTo>
                      <a:pt x="100" y="158"/>
                    </a:lnTo>
                    <a:lnTo>
                      <a:pt x="113" y="142"/>
                    </a:lnTo>
                    <a:lnTo>
                      <a:pt x="127" y="127"/>
                    </a:lnTo>
                    <a:lnTo>
                      <a:pt x="142" y="113"/>
                    </a:lnTo>
                    <a:lnTo>
                      <a:pt x="158" y="100"/>
                    </a:lnTo>
                    <a:lnTo>
                      <a:pt x="174" y="87"/>
                    </a:lnTo>
                    <a:lnTo>
                      <a:pt x="191" y="74"/>
                    </a:lnTo>
                    <a:lnTo>
                      <a:pt x="209" y="63"/>
                    </a:lnTo>
                    <a:lnTo>
                      <a:pt x="227" y="53"/>
                    </a:lnTo>
                    <a:lnTo>
                      <a:pt x="245" y="43"/>
                    </a:lnTo>
                    <a:lnTo>
                      <a:pt x="264" y="34"/>
                    </a:lnTo>
                    <a:lnTo>
                      <a:pt x="285" y="26"/>
                    </a:lnTo>
                    <a:lnTo>
                      <a:pt x="304" y="19"/>
                    </a:lnTo>
                    <a:lnTo>
                      <a:pt x="325" y="14"/>
                    </a:lnTo>
                    <a:lnTo>
                      <a:pt x="346" y="10"/>
                    </a:lnTo>
                    <a:lnTo>
                      <a:pt x="367" y="5"/>
                    </a:lnTo>
                    <a:lnTo>
                      <a:pt x="390" y="1"/>
                    </a:lnTo>
                    <a:lnTo>
                      <a:pt x="410" y="0"/>
                    </a:lnTo>
                    <a:lnTo>
                      <a:pt x="433" y="0"/>
                    </a:lnTo>
                    <a:lnTo>
                      <a:pt x="433" y="0"/>
                    </a:lnTo>
                    <a:lnTo>
                      <a:pt x="456" y="0"/>
                    </a:lnTo>
                    <a:lnTo>
                      <a:pt x="476" y="1"/>
                    </a:lnTo>
                    <a:lnTo>
                      <a:pt x="499" y="5"/>
                    </a:lnTo>
                    <a:lnTo>
                      <a:pt x="520" y="10"/>
                    </a:lnTo>
                    <a:lnTo>
                      <a:pt x="541" y="14"/>
                    </a:lnTo>
                    <a:lnTo>
                      <a:pt x="562" y="19"/>
                    </a:lnTo>
                    <a:lnTo>
                      <a:pt x="581" y="26"/>
                    </a:lnTo>
                    <a:lnTo>
                      <a:pt x="602" y="34"/>
                    </a:lnTo>
                    <a:lnTo>
                      <a:pt x="621" y="43"/>
                    </a:lnTo>
                    <a:lnTo>
                      <a:pt x="639" y="53"/>
                    </a:lnTo>
                    <a:lnTo>
                      <a:pt x="657" y="63"/>
                    </a:lnTo>
                    <a:lnTo>
                      <a:pt x="675" y="74"/>
                    </a:lnTo>
                    <a:lnTo>
                      <a:pt x="692" y="87"/>
                    </a:lnTo>
                    <a:lnTo>
                      <a:pt x="708" y="100"/>
                    </a:lnTo>
                    <a:lnTo>
                      <a:pt x="724" y="113"/>
                    </a:lnTo>
                    <a:lnTo>
                      <a:pt x="739" y="127"/>
                    </a:lnTo>
                    <a:lnTo>
                      <a:pt x="753" y="142"/>
                    </a:lnTo>
                    <a:lnTo>
                      <a:pt x="766" y="158"/>
                    </a:lnTo>
                    <a:lnTo>
                      <a:pt x="779" y="174"/>
                    </a:lnTo>
                    <a:lnTo>
                      <a:pt x="792" y="191"/>
                    </a:lnTo>
                    <a:lnTo>
                      <a:pt x="803" y="209"/>
                    </a:lnTo>
                    <a:lnTo>
                      <a:pt x="813" y="227"/>
                    </a:lnTo>
                    <a:lnTo>
                      <a:pt x="823" y="245"/>
                    </a:lnTo>
                    <a:lnTo>
                      <a:pt x="832" y="264"/>
                    </a:lnTo>
                    <a:lnTo>
                      <a:pt x="840" y="285"/>
                    </a:lnTo>
                    <a:lnTo>
                      <a:pt x="847" y="304"/>
                    </a:lnTo>
                    <a:lnTo>
                      <a:pt x="852" y="325"/>
                    </a:lnTo>
                    <a:lnTo>
                      <a:pt x="856" y="346"/>
                    </a:lnTo>
                    <a:lnTo>
                      <a:pt x="861" y="367"/>
                    </a:lnTo>
                    <a:lnTo>
                      <a:pt x="865" y="390"/>
                    </a:lnTo>
                    <a:lnTo>
                      <a:pt x="866" y="410"/>
                    </a:lnTo>
                    <a:lnTo>
                      <a:pt x="866" y="433"/>
                    </a:lnTo>
                    <a:lnTo>
                      <a:pt x="866" y="433"/>
                    </a:lnTo>
                    <a:close/>
                  </a:path>
                </a:pathLst>
              </a:custGeom>
              <a:noFill/>
              <a:ln w="6350" cmpd="sng">
                <a:solidFill>
                  <a:schemeClr val="tx1"/>
                </a:solidFill>
                <a:prstDash val="sysDot"/>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6" name="Freeform 45"/>
              <p:cNvSpPr>
                <a:spLocks/>
              </p:cNvSpPr>
              <p:nvPr/>
            </p:nvSpPr>
            <p:spPr bwMode="auto">
              <a:xfrm>
                <a:off x="4088212" y="2957912"/>
                <a:ext cx="967577" cy="967577"/>
              </a:xfrm>
              <a:custGeom>
                <a:avLst/>
                <a:gdLst>
                  <a:gd name="T0" fmla="*/ 1721 w 1722"/>
                  <a:gd name="T1" fmla="*/ 906 h 1722"/>
                  <a:gd name="T2" fmla="*/ 1705 w 1722"/>
                  <a:gd name="T3" fmla="*/ 1035 h 1722"/>
                  <a:gd name="T4" fmla="*/ 1669 w 1722"/>
                  <a:gd name="T5" fmla="*/ 1157 h 1722"/>
                  <a:gd name="T6" fmla="*/ 1618 w 1722"/>
                  <a:gd name="T7" fmla="*/ 1272 h 1722"/>
                  <a:gd name="T8" fmla="*/ 1550 w 1722"/>
                  <a:gd name="T9" fmla="*/ 1376 h 1722"/>
                  <a:gd name="T10" fmla="*/ 1470 w 1722"/>
                  <a:gd name="T11" fmla="*/ 1470 h 1722"/>
                  <a:gd name="T12" fmla="*/ 1376 w 1722"/>
                  <a:gd name="T13" fmla="*/ 1550 h 1722"/>
                  <a:gd name="T14" fmla="*/ 1272 w 1722"/>
                  <a:gd name="T15" fmla="*/ 1618 h 1722"/>
                  <a:gd name="T16" fmla="*/ 1157 w 1722"/>
                  <a:gd name="T17" fmla="*/ 1669 h 1722"/>
                  <a:gd name="T18" fmla="*/ 1035 w 1722"/>
                  <a:gd name="T19" fmla="*/ 1705 h 1722"/>
                  <a:gd name="T20" fmla="*/ 906 w 1722"/>
                  <a:gd name="T21" fmla="*/ 1721 h 1722"/>
                  <a:gd name="T22" fmla="*/ 816 w 1722"/>
                  <a:gd name="T23" fmla="*/ 1721 h 1722"/>
                  <a:gd name="T24" fmla="*/ 687 w 1722"/>
                  <a:gd name="T25" fmla="*/ 1705 h 1722"/>
                  <a:gd name="T26" fmla="*/ 565 w 1722"/>
                  <a:gd name="T27" fmla="*/ 1669 h 1722"/>
                  <a:gd name="T28" fmla="*/ 450 w 1722"/>
                  <a:gd name="T29" fmla="*/ 1618 h 1722"/>
                  <a:gd name="T30" fmla="*/ 346 w 1722"/>
                  <a:gd name="T31" fmla="*/ 1550 h 1722"/>
                  <a:gd name="T32" fmla="*/ 252 w 1722"/>
                  <a:gd name="T33" fmla="*/ 1470 h 1722"/>
                  <a:gd name="T34" fmla="*/ 172 w 1722"/>
                  <a:gd name="T35" fmla="*/ 1376 h 1722"/>
                  <a:gd name="T36" fmla="*/ 104 w 1722"/>
                  <a:gd name="T37" fmla="*/ 1272 h 1722"/>
                  <a:gd name="T38" fmla="*/ 53 w 1722"/>
                  <a:gd name="T39" fmla="*/ 1157 h 1722"/>
                  <a:gd name="T40" fmla="*/ 17 w 1722"/>
                  <a:gd name="T41" fmla="*/ 1035 h 1722"/>
                  <a:gd name="T42" fmla="*/ 1 w 1722"/>
                  <a:gd name="T43" fmla="*/ 906 h 1722"/>
                  <a:gd name="T44" fmla="*/ 1 w 1722"/>
                  <a:gd name="T45" fmla="*/ 816 h 1722"/>
                  <a:gd name="T46" fmla="*/ 17 w 1722"/>
                  <a:gd name="T47" fmla="*/ 687 h 1722"/>
                  <a:gd name="T48" fmla="*/ 53 w 1722"/>
                  <a:gd name="T49" fmla="*/ 565 h 1722"/>
                  <a:gd name="T50" fmla="*/ 104 w 1722"/>
                  <a:gd name="T51" fmla="*/ 450 h 1722"/>
                  <a:gd name="T52" fmla="*/ 172 w 1722"/>
                  <a:gd name="T53" fmla="*/ 346 h 1722"/>
                  <a:gd name="T54" fmla="*/ 252 w 1722"/>
                  <a:gd name="T55" fmla="*/ 252 h 1722"/>
                  <a:gd name="T56" fmla="*/ 346 w 1722"/>
                  <a:gd name="T57" fmla="*/ 172 h 1722"/>
                  <a:gd name="T58" fmla="*/ 450 w 1722"/>
                  <a:gd name="T59" fmla="*/ 104 h 1722"/>
                  <a:gd name="T60" fmla="*/ 565 w 1722"/>
                  <a:gd name="T61" fmla="*/ 53 h 1722"/>
                  <a:gd name="T62" fmla="*/ 687 w 1722"/>
                  <a:gd name="T63" fmla="*/ 17 h 1722"/>
                  <a:gd name="T64" fmla="*/ 816 w 1722"/>
                  <a:gd name="T65" fmla="*/ 1 h 1722"/>
                  <a:gd name="T66" fmla="*/ 906 w 1722"/>
                  <a:gd name="T67" fmla="*/ 1 h 1722"/>
                  <a:gd name="T68" fmla="*/ 1035 w 1722"/>
                  <a:gd name="T69" fmla="*/ 17 h 1722"/>
                  <a:gd name="T70" fmla="*/ 1157 w 1722"/>
                  <a:gd name="T71" fmla="*/ 53 h 1722"/>
                  <a:gd name="T72" fmla="*/ 1272 w 1722"/>
                  <a:gd name="T73" fmla="*/ 104 h 1722"/>
                  <a:gd name="T74" fmla="*/ 1376 w 1722"/>
                  <a:gd name="T75" fmla="*/ 172 h 1722"/>
                  <a:gd name="T76" fmla="*/ 1470 w 1722"/>
                  <a:gd name="T77" fmla="*/ 252 h 1722"/>
                  <a:gd name="T78" fmla="*/ 1550 w 1722"/>
                  <a:gd name="T79" fmla="*/ 346 h 1722"/>
                  <a:gd name="T80" fmla="*/ 1618 w 1722"/>
                  <a:gd name="T81" fmla="*/ 450 h 1722"/>
                  <a:gd name="T82" fmla="*/ 1669 w 1722"/>
                  <a:gd name="T83" fmla="*/ 565 h 1722"/>
                  <a:gd name="T84" fmla="*/ 1705 w 1722"/>
                  <a:gd name="T85" fmla="*/ 687 h 1722"/>
                  <a:gd name="T86" fmla="*/ 1721 w 1722"/>
                  <a:gd name="T87" fmla="*/ 816 h 1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722" h="1722">
                    <a:moveTo>
                      <a:pt x="1722" y="861"/>
                    </a:moveTo>
                    <a:lnTo>
                      <a:pt x="1722" y="861"/>
                    </a:lnTo>
                    <a:lnTo>
                      <a:pt x="1721" y="906"/>
                    </a:lnTo>
                    <a:lnTo>
                      <a:pt x="1718" y="950"/>
                    </a:lnTo>
                    <a:lnTo>
                      <a:pt x="1711" y="991"/>
                    </a:lnTo>
                    <a:lnTo>
                      <a:pt x="1705" y="1035"/>
                    </a:lnTo>
                    <a:lnTo>
                      <a:pt x="1695" y="1077"/>
                    </a:lnTo>
                    <a:lnTo>
                      <a:pt x="1684" y="1117"/>
                    </a:lnTo>
                    <a:lnTo>
                      <a:pt x="1669" y="1157"/>
                    </a:lnTo>
                    <a:lnTo>
                      <a:pt x="1655" y="1196"/>
                    </a:lnTo>
                    <a:lnTo>
                      <a:pt x="1637" y="1235"/>
                    </a:lnTo>
                    <a:lnTo>
                      <a:pt x="1618" y="1272"/>
                    </a:lnTo>
                    <a:lnTo>
                      <a:pt x="1597" y="1307"/>
                    </a:lnTo>
                    <a:lnTo>
                      <a:pt x="1574" y="1342"/>
                    </a:lnTo>
                    <a:lnTo>
                      <a:pt x="1550" y="1376"/>
                    </a:lnTo>
                    <a:lnTo>
                      <a:pt x="1526" y="1408"/>
                    </a:lnTo>
                    <a:lnTo>
                      <a:pt x="1499" y="1439"/>
                    </a:lnTo>
                    <a:lnTo>
                      <a:pt x="1470" y="1470"/>
                    </a:lnTo>
                    <a:lnTo>
                      <a:pt x="1439" y="1499"/>
                    </a:lnTo>
                    <a:lnTo>
                      <a:pt x="1408" y="1526"/>
                    </a:lnTo>
                    <a:lnTo>
                      <a:pt x="1376" y="1550"/>
                    </a:lnTo>
                    <a:lnTo>
                      <a:pt x="1342" y="1574"/>
                    </a:lnTo>
                    <a:lnTo>
                      <a:pt x="1307" y="1597"/>
                    </a:lnTo>
                    <a:lnTo>
                      <a:pt x="1272" y="1618"/>
                    </a:lnTo>
                    <a:lnTo>
                      <a:pt x="1235" y="1637"/>
                    </a:lnTo>
                    <a:lnTo>
                      <a:pt x="1196" y="1655"/>
                    </a:lnTo>
                    <a:lnTo>
                      <a:pt x="1157" y="1669"/>
                    </a:lnTo>
                    <a:lnTo>
                      <a:pt x="1117" y="1684"/>
                    </a:lnTo>
                    <a:lnTo>
                      <a:pt x="1077" y="1695"/>
                    </a:lnTo>
                    <a:lnTo>
                      <a:pt x="1035" y="1705"/>
                    </a:lnTo>
                    <a:lnTo>
                      <a:pt x="991" y="1711"/>
                    </a:lnTo>
                    <a:lnTo>
                      <a:pt x="950" y="1718"/>
                    </a:lnTo>
                    <a:lnTo>
                      <a:pt x="906" y="1721"/>
                    </a:lnTo>
                    <a:lnTo>
                      <a:pt x="861" y="1722"/>
                    </a:lnTo>
                    <a:lnTo>
                      <a:pt x="861" y="1722"/>
                    </a:lnTo>
                    <a:lnTo>
                      <a:pt x="816" y="1721"/>
                    </a:lnTo>
                    <a:lnTo>
                      <a:pt x="772" y="1718"/>
                    </a:lnTo>
                    <a:lnTo>
                      <a:pt x="731" y="1711"/>
                    </a:lnTo>
                    <a:lnTo>
                      <a:pt x="687" y="1705"/>
                    </a:lnTo>
                    <a:lnTo>
                      <a:pt x="645" y="1695"/>
                    </a:lnTo>
                    <a:lnTo>
                      <a:pt x="605" y="1684"/>
                    </a:lnTo>
                    <a:lnTo>
                      <a:pt x="565" y="1669"/>
                    </a:lnTo>
                    <a:lnTo>
                      <a:pt x="526" y="1655"/>
                    </a:lnTo>
                    <a:lnTo>
                      <a:pt x="487" y="1637"/>
                    </a:lnTo>
                    <a:lnTo>
                      <a:pt x="450" y="1618"/>
                    </a:lnTo>
                    <a:lnTo>
                      <a:pt x="415" y="1597"/>
                    </a:lnTo>
                    <a:lnTo>
                      <a:pt x="380" y="1574"/>
                    </a:lnTo>
                    <a:lnTo>
                      <a:pt x="346" y="1550"/>
                    </a:lnTo>
                    <a:lnTo>
                      <a:pt x="314" y="1526"/>
                    </a:lnTo>
                    <a:lnTo>
                      <a:pt x="283" y="1499"/>
                    </a:lnTo>
                    <a:lnTo>
                      <a:pt x="252" y="1470"/>
                    </a:lnTo>
                    <a:lnTo>
                      <a:pt x="223" y="1439"/>
                    </a:lnTo>
                    <a:lnTo>
                      <a:pt x="196" y="1408"/>
                    </a:lnTo>
                    <a:lnTo>
                      <a:pt x="172" y="1376"/>
                    </a:lnTo>
                    <a:lnTo>
                      <a:pt x="148" y="1342"/>
                    </a:lnTo>
                    <a:lnTo>
                      <a:pt x="125" y="1307"/>
                    </a:lnTo>
                    <a:lnTo>
                      <a:pt x="104" y="1272"/>
                    </a:lnTo>
                    <a:lnTo>
                      <a:pt x="85" y="1235"/>
                    </a:lnTo>
                    <a:lnTo>
                      <a:pt x="67" y="1196"/>
                    </a:lnTo>
                    <a:lnTo>
                      <a:pt x="53" y="1157"/>
                    </a:lnTo>
                    <a:lnTo>
                      <a:pt x="38" y="1117"/>
                    </a:lnTo>
                    <a:lnTo>
                      <a:pt x="27" y="1077"/>
                    </a:lnTo>
                    <a:lnTo>
                      <a:pt x="17" y="1035"/>
                    </a:lnTo>
                    <a:lnTo>
                      <a:pt x="11" y="991"/>
                    </a:lnTo>
                    <a:lnTo>
                      <a:pt x="4" y="950"/>
                    </a:lnTo>
                    <a:lnTo>
                      <a:pt x="1" y="906"/>
                    </a:lnTo>
                    <a:lnTo>
                      <a:pt x="0" y="861"/>
                    </a:lnTo>
                    <a:lnTo>
                      <a:pt x="0" y="861"/>
                    </a:lnTo>
                    <a:lnTo>
                      <a:pt x="1" y="816"/>
                    </a:lnTo>
                    <a:lnTo>
                      <a:pt x="4" y="772"/>
                    </a:lnTo>
                    <a:lnTo>
                      <a:pt x="11" y="731"/>
                    </a:lnTo>
                    <a:lnTo>
                      <a:pt x="17" y="687"/>
                    </a:lnTo>
                    <a:lnTo>
                      <a:pt x="27" y="645"/>
                    </a:lnTo>
                    <a:lnTo>
                      <a:pt x="38" y="605"/>
                    </a:lnTo>
                    <a:lnTo>
                      <a:pt x="53" y="565"/>
                    </a:lnTo>
                    <a:lnTo>
                      <a:pt x="67" y="526"/>
                    </a:lnTo>
                    <a:lnTo>
                      <a:pt x="85" y="487"/>
                    </a:lnTo>
                    <a:lnTo>
                      <a:pt x="104" y="450"/>
                    </a:lnTo>
                    <a:lnTo>
                      <a:pt x="125" y="415"/>
                    </a:lnTo>
                    <a:lnTo>
                      <a:pt x="148" y="380"/>
                    </a:lnTo>
                    <a:lnTo>
                      <a:pt x="172" y="346"/>
                    </a:lnTo>
                    <a:lnTo>
                      <a:pt x="196" y="314"/>
                    </a:lnTo>
                    <a:lnTo>
                      <a:pt x="223" y="283"/>
                    </a:lnTo>
                    <a:lnTo>
                      <a:pt x="252" y="252"/>
                    </a:lnTo>
                    <a:lnTo>
                      <a:pt x="283" y="223"/>
                    </a:lnTo>
                    <a:lnTo>
                      <a:pt x="314" y="196"/>
                    </a:lnTo>
                    <a:lnTo>
                      <a:pt x="346" y="172"/>
                    </a:lnTo>
                    <a:lnTo>
                      <a:pt x="380" y="148"/>
                    </a:lnTo>
                    <a:lnTo>
                      <a:pt x="415" y="125"/>
                    </a:lnTo>
                    <a:lnTo>
                      <a:pt x="450" y="104"/>
                    </a:lnTo>
                    <a:lnTo>
                      <a:pt x="487" y="85"/>
                    </a:lnTo>
                    <a:lnTo>
                      <a:pt x="526" y="67"/>
                    </a:lnTo>
                    <a:lnTo>
                      <a:pt x="565" y="53"/>
                    </a:lnTo>
                    <a:lnTo>
                      <a:pt x="605" y="38"/>
                    </a:lnTo>
                    <a:lnTo>
                      <a:pt x="645" y="27"/>
                    </a:lnTo>
                    <a:lnTo>
                      <a:pt x="687" y="17"/>
                    </a:lnTo>
                    <a:lnTo>
                      <a:pt x="731" y="11"/>
                    </a:lnTo>
                    <a:lnTo>
                      <a:pt x="772" y="4"/>
                    </a:lnTo>
                    <a:lnTo>
                      <a:pt x="816" y="1"/>
                    </a:lnTo>
                    <a:lnTo>
                      <a:pt x="861" y="0"/>
                    </a:lnTo>
                    <a:lnTo>
                      <a:pt x="861" y="0"/>
                    </a:lnTo>
                    <a:lnTo>
                      <a:pt x="906" y="1"/>
                    </a:lnTo>
                    <a:lnTo>
                      <a:pt x="950" y="4"/>
                    </a:lnTo>
                    <a:lnTo>
                      <a:pt x="991" y="11"/>
                    </a:lnTo>
                    <a:lnTo>
                      <a:pt x="1035" y="17"/>
                    </a:lnTo>
                    <a:lnTo>
                      <a:pt x="1077" y="27"/>
                    </a:lnTo>
                    <a:lnTo>
                      <a:pt x="1117" y="38"/>
                    </a:lnTo>
                    <a:lnTo>
                      <a:pt x="1157" y="53"/>
                    </a:lnTo>
                    <a:lnTo>
                      <a:pt x="1196" y="67"/>
                    </a:lnTo>
                    <a:lnTo>
                      <a:pt x="1235" y="85"/>
                    </a:lnTo>
                    <a:lnTo>
                      <a:pt x="1272" y="104"/>
                    </a:lnTo>
                    <a:lnTo>
                      <a:pt x="1307" y="125"/>
                    </a:lnTo>
                    <a:lnTo>
                      <a:pt x="1342" y="148"/>
                    </a:lnTo>
                    <a:lnTo>
                      <a:pt x="1376" y="172"/>
                    </a:lnTo>
                    <a:lnTo>
                      <a:pt x="1408" y="196"/>
                    </a:lnTo>
                    <a:lnTo>
                      <a:pt x="1439" y="223"/>
                    </a:lnTo>
                    <a:lnTo>
                      <a:pt x="1470" y="252"/>
                    </a:lnTo>
                    <a:lnTo>
                      <a:pt x="1499" y="283"/>
                    </a:lnTo>
                    <a:lnTo>
                      <a:pt x="1526" y="314"/>
                    </a:lnTo>
                    <a:lnTo>
                      <a:pt x="1550" y="346"/>
                    </a:lnTo>
                    <a:lnTo>
                      <a:pt x="1574" y="380"/>
                    </a:lnTo>
                    <a:lnTo>
                      <a:pt x="1597" y="415"/>
                    </a:lnTo>
                    <a:lnTo>
                      <a:pt x="1618" y="450"/>
                    </a:lnTo>
                    <a:lnTo>
                      <a:pt x="1637" y="487"/>
                    </a:lnTo>
                    <a:lnTo>
                      <a:pt x="1655" y="526"/>
                    </a:lnTo>
                    <a:lnTo>
                      <a:pt x="1669" y="565"/>
                    </a:lnTo>
                    <a:lnTo>
                      <a:pt x="1684" y="605"/>
                    </a:lnTo>
                    <a:lnTo>
                      <a:pt x="1695" y="645"/>
                    </a:lnTo>
                    <a:lnTo>
                      <a:pt x="1705" y="687"/>
                    </a:lnTo>
                    <a:lnTo>
                      <a:pt x="1711" y="731"/>
                    </a:lnTo>
                    <a:lnTo>
                      <a:pt x="1718" y="772"/>
                    </a:lnTo>
                    <a:lnTo>
                      <a:pt x="1721" y="816"/>
                    </a:lnTo>
                    <a:lnTo>
                      <a:pt x="1722" y="861"/>
                    </a:lnTo>
                    <a:lnTo>
                      <a:pt x="1722" y="861"/>
                    </a:lnTo>
                    <a:close/>
                  </a:path>
                </a:pathLst>
              </a:custGeom>
              <a:noFill/>
              <a:ln w="6350" cmpd="sng">
                <a:solidFill>
                  <a:schemeClr val="tx1"/>
                </a:solidFill>
                <a:prstDash val="sysDot"/>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7" name="Freeform 46"/>
              <p:cNvSpPr>
                <a:spLocks/>
              </p:cNvSpPr>
              <p:nvPr/>
            </p:nvSpPr>
            <p:spPr bwMode="auto">
              <a:xfrm>
                <a:off x="3846878" y="2716578"/>
                <a:ext cx="1450244" cy="1450244"/>
              </a:xfrm>
              <a:custGeom>
                <a:avLst/>
                <a:gdLst>
                  <a:gd name="T0" fmla="*/ 2584 w 2586"/>
                  <a:gd name="T1" fmla="*/ 1359 h 2586"/>
                  <a:gd name="T2" fmla="*/ 2559 w 2586"/>
                  <a:gd name="T3" fmla="*/ 1554 h 2586"/>
                  <a:gd name="T4" fmla="*/ 2507 w 2586"/>
                  <a:gd name="T5" fmla="*/ 1737 h 2586"/>
                  <a:gd name="T6" fmla="*/ 2430 w 2586"/>
                  <a:gd name="T7" fmla="*/ 1910 h 2586"/>
                  <a:gd name="T8" fmla="*/ 2328 w 2586"/>
                  <a:gd name="T9" fmla="*/ 2066 h 2586"/>
                  <a:gd name="T10" fmla="*/ 2208 w 2586"/>
                  <a:gd name="T11" fmla="*/ 2208 h 2586"/>
                  <a:gd name="T12" fmla="*/ 2066 w 2586"/>
                  <a:gd name="T13" fmla="*/ 2328 h 2586"/>
                  <a:gd name="T14" fmla="*/ 1910 w 2586"/>
                  <a:gd name="T15" fmla="*/ 2430 h 2586"/>
                  <a:gd name="T16" fmla="*/ 1737 w 2586"/>
                  <a:gd name="T17" fmla="*/ 2507 h 2586"/>
                  <a:gd name="T18" fmla="*/ 1554 w 2586"/>
                  <a:gd name="T19" fmla="*/ 2559 h 2586"/>
                  <a:gd name="T20" fmla="*/ 1359 w 2586"/>
                  <a:gd name="T21" fmla="*/ 2584 h 2586"/>
                  <a:gd name="T22" fmla="*/ 1227 w 2586"/>
                  <a:gd name="T23" fmla="*/ 2584 h 2586"/>
                  <a:gd name="T24" fmla="*/ 1032 w 2586"/>
                  <a:gd name="T25" fmla="*/ 2559 h 2586"/>
                  <a:gd name="T26" fmla="*/ 849 w 2586"/>
                  <a:gd name="T27" fmla="*/ 2507 h 2586"/>
                  <a:gd name="T28" fmla="*/ 676 w 2586"/>
                  <a:gd name="T29" fmla="*/ 2430 h 2586"/>
                  <a:gd name="T30" fmla="*/ 520 w 2586"/>
                  <a:gd name="T31" fmla="*/ 2328 h 2586"/>
                  <a:gd name="T32" fmla="*/ 378 w 2586"/>
                  <a:gd name="T33" fmla="*/ 2208 h 2586"/>
                  <a:gd name="T34" fmla="*/ 258 w 2586"/>
                  <a:gd name="T35" fmla="*/ 2066 h 2586"/>
                  <a:gd name="T36" fmla="*/ 156 w 2586"/>
                  <a:gd name="T37" fmla="*/ 1910 h 2586"/>
                  <a:gd name="T38" fmla="*/ 79 w 2586"/>
                  <a:gd name="T39" fmla="*/ 1737 h 2586"/>
                  <a:gd name="T40" fmla="*/ 27 w 2586"/>
                  <a:gd name="T41" fmla="*/ 1554 h 2586"/>
                  <a:gd name="T42" fmla="*/ 2 w 2586"/>
                  <a:gd name="T43" fmla="*/ 1359 h 2586"/>
                  <a:gd name="T44" fmla="*/ 2 w 2586"/>
                  <a:gd name="T45" fmla="*/ 1227 h 2586"/>
                  <a:gd name="T46" fmla="*/ 27 w 2586"/>
                  <a:gd name="T47" fmla="*/ 1032 h 2586"/>
                  <a:gd name="T48" fmla="*/ 79 w 2586"/>
                  <a:gd name="T49" fmla="*/ 849 h 2586"/>
                  <a:gd name="T50" fmla="*/ 156 w 2586"/>
                  <a:gd name="T51" fmla="*/ 676 h 2586"/>
                  <a:gd name="T52" fmla="*/ 258 w 2586"/>
                  <a:gd name="T53" fmla="*/ 520 h 2586"/>
                  <a:gd name="T54" fmla="*/ 378 w 2586"/>
                  <a:gd name="T55" fmla="*/ 378 h 2586"/>
                  <a:gd name="T56" fmla="*/ 520 w 2586"/>
                  <a:gd name="T57" fmla="*/ 258 h 2586"/>
                  <a:gd name="T58" fmla="*/ 676 w 2586"/>
                  <a:gd name="T59" fmla="*/ 156 h 2586"/>
                  <a:gd name="T60" fmla="*/ 849 w 2586"/>
                  <a:gd name="T61" fmla="*/ 79 h 2586"/>
                  <a:gd name="T62" fmla="*/ 1032 w 2586"/>
                  <a:gd name="T63" fmla="*/ 27 h 2586"/>
                  <a:gd name="T64" fmla="*/ 1227 w 2586"/>
                  <a:gd name="T65" fmla="*/ 2 h 2586"/>
                  <a:gd name="T66" fmla="*/ 1359 w 2586"/>
                  <a:gd name="T67" fmla="*/ 2 h 2586"/>
                  <a:gd name="T68" fmla="*/ 1554 w 2586"/>
                  <a:gd name="T69" fmla="*/ 27 h 2586"/>
                  <a:gd name="T70" fmla="*/ 1737 w 2586"/>
                  <a:gd name="T71" fmla="*/ 79 h 2586"/>
                  <a:gd name="T72" fmla="*/ 1910 w 2586"/>
                  <a:gd name="T73" fmla="*/ 156 h 2586"/>
                  <a:gd name="T74" fmla="*/ 2066 w 2586"/>
                  <a:gd name="T75" fmla="*/ 258 h 2586"/>
                  <a:gd name="T76" fmla="*/ 2208 w 2586"/>
                  <a:gd name="T77" fmla="*/ 378 h 2586"/>
                  <a:gd name="T78" fmla="*/ 2328 w 2586"/>
                  <a:gd name="T79" fmla="*/ 520 h 2586"/>
                  <a:gd name="T80" fmla="*/ 2430 w 2586"/>
                  <a:gd name="T81" fmla="*/ 676 h 2586"/>
                  <a:gd name="T82" fmla="*/ 2507 w 2586"/>
                  <a:gd name="T83" fmla="*/ 849 h 2586"/>
                  <a:gd name="T84" fmla="*/ 2559 w 2586"/>
                  <a:gd name="T85" fmla="*/ 1032 h 2586"/>
                  <a:gd name="T86" fmla="*/ 2584 w 2586"/>
                  <a:gd name="T87" fmla="*/ 1227 h 2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86" h="2586">
                    <a:moveTo>
                      <a:pt x="2586" y="1293"/>
                    </a:moveTo>
                    <a:lnTo>
                      <a:pt x="2586" y="1293"/>
                    </a:lnTo>
                    <a:lnTo>
                      <a:pt x="2584" y="1359"/>
                    </a:lnTo>
                    <a:lnTo>
                      <a:pt x="2580" y="1425"/>
                    </a:lnTo>
                    <a:lnTo>
                      <a:pt x="2571" y="1489"/>
                    </a:lnTo>
                    <a:lnTo>
                      <a:pt x="2559" y="1554"/>
                    </a:lnTo>
                    <a:lnTo>
                      <a:pt x="2546" y="1617"/>
                    </a:lnTo>
                    <a:lnTo>
                      <a:pt x="2528" y="1678"/>
                    </a:lnTo>
                    <a:lnTo>
                      <a:pt x="2507" y="1737"/>
                    </a:lnTo>
                    <a:lnTo>
                      <a:pt x="2485" y="1795"/>
                    </a:lnTo>
                    <a:lnTo>
                      <a:pt x="2459" y="1853"/>
                    </a:lnTo>
                    <a:lnTo>
                      <a:pt x="2430" y="1910"/>
                    </a:lnTo>
                    <a:lnTo>
                      <a:pt x="2399" y="1963"/>
                    </a:lnTo>
                    <a:lnTo>
                      <a:pt x="2365" y="2016"/>
                    </a:lnTo>
                    <a:lnTo>
                      <a:pt x="2328" y="2066"/>
                    </a:lnTo>
                    <a:lnTo>
                      <a:pt x="2290" y="2116"/>
                    </a:lnTo>
                    <a:lnTo>
                      <a:pt x="2249" y="2162"/>
                    </a:lnTo>
                    <a:lnTo>
                      <a:pt x="2208" y="2208"/>
                    </a:lnTo>
                    <a:lnTo>
                      <a:pt x="2162" y="2249"/>
                    </a:lnTo>
                    <a:lnTo>
                      <a:pt x="2116" y="2290"/>
                    </a:lnTo>
                    <a:lnTo>
                      <a:pt x="2066" y="2328"/>
                    </a:lnTo>
                    <a:lnTo>
                      <a:pt x="2016" y="2365"/>
                    </a:lnTo>
                    <a:lnTo>
                      <a:pt x="1963" y="2399"/>
                    </a:lnTo>
                    <a:lnTo>
                      <a:pt x="1910" y="2430"/>
                    </a:lnTo>
                    <a:lnTo>
                      <a:pt x="1853" y="2459"/>
                    </a:lnTo>
                    <a:lnTo>
                      <a:pt x="1795" y="2485"/>
                    </a:lnTo>
                    <a:lnTo>
                      <a:pt x="1737" y="2507"/>
                    </a:lnTo>
                    <a:lnTo>
                      <a:pt x="1678" y="2528"/>
                    </a:lnTo>
                    <a:lnTo>
                      <a:pt x="1617" y="2546"/>
                    </a:lnTo>
                    <a:lnTo>
                      <a:pt x="1554" y="2559"/>
                    </a:lnTo>
                    <a:lnTo>
                      <a:pt x="1489" y="2571"/>
                    </a:lnTo>
                    <a:lnTo>
                      <a:pt x="1425" y="2580"/>
                    </a:lnTo>
                    <a:lnTo>
                      <a:pt x="1359" y="2584"/>
                    </a:lnTo>
                    <a:lnTo>
                      <a:pt x="1293" y="2586"/>
                    </a:lnTo>
                    <a:lnTo>
                      <a:pt x="1293" y="2586"/>
                    </a:lnTo>
                    <a:lnTo>
                      <a:pt x="1227" y="2584"/>
                    </a:lnTo>
                    <a:lnTo>
                      <a:pt x="1161" y="2580"/>
                    </a:lnTo>
                    <a:lnTo>
                      <a:pt x="1097" y="2571"/>
                    </a:lnTo>
                    <a:lnTo>
                      <a:pt x="1032" y="2559"/>
                    </a:lnTo>
                    <a:lnTo>
                      <a:pt x="969" y="2546"/>
                    </a:lnTo>
                    <a:lnTo>
                      <a:pt x="908" y="2528"/>
                    </a:lnTo>
                    <a:lnTo>
                      <a:pt x="849" y="2507"/>
                    </a:lnTo>
                    <a:lnTo>
                      <a:pt x="791" y="2485"/>
                    </a:lnTo>
                    <a:lnTo>
                      <a:pt x="733" y="2459"/>
                    </a:lnTo>
                    <a:lnTo>
                      <a:pt x="676" y="2430"/>
                    </a:lnTo>
                    <a:lnTo>
                      <a:pt x="623" y="2399"/>
                    </a:lnTo>
                    <a:lnTo>
                      <a:pt x="570" y="2365"/>
                    </a:lnTo>
                    <a:lnTo>
                      <a:pt x="520" y="2328"/>
                    </a:lnTo>
                    <a:lnTo>
                      <a:pt x="470" y="2290"/>
                    </a:lnTo>
                    <a:lnTo>
                      <a:pt x="424" y="2249"/>
                    </a:lnTo>
                    <a:lnTo>
                      <a:pt x="378" y="2208"/>
                    </a:lnTo>
                    <a:lnTo>
                      <a:pt x="337" y="2162"/>
                    </a:lnTo>
                    <a:lnTo>
                      <a:pt x="296" y="2116"/>
                    </a:lnTo>
                    <a:lnTo>
                      <a:pt x="258" y="2066"/>
                    </a:lnTo>
                    <a:lnTo>
                      <a:pt x="221" y="2016"/>
                    </a:lnTo>
                    <a:lnTo>
                      <a:pt x="187" y="1963"/>
                    </a:lnTo>
                    <a:lnTo>
                      <a:pt x="156" y="1910"/>
                    </a:lnTo>
                    <a:lnTo>
                      <a:pt x="127" y="1853"/>
                    </a:lnTo>
                    <a:lnTo>
                      <a:pt x="101" y="1795"/>
                    </a:lnTo>
                    <a:lnTo>
                      <a:pt x="79" y="1737"/>
                    </a:lnTo>
                    <a:lnTo>
                      <a:pt x="58" y="1678"/>
                    </a:lnTo>
                    <a:lnTo>
                      <a:pt x="40" y="1617"/>
                    </a:lnTo>
                    <a:lnTo>
                      <a:pt x="27" y="1554"/>
                    </a:lnTo>
                    <a:lnTo>
                      <a:pt x="15" y="1489"/>
                    </a:lnTo>
                    <a:lnTo>
                      <a:pt x="6" y="1425"/>
                    </a:lnTo>
                    <a:lnTo>
                      <a:pt x="2" y="1359"/>
                    </a:lnTo>
                    <a:lnTo>
                      <a:pt x="0" y="1293"/>
                    </a:lnTo>
                    <a:lnTo>
                      <a:pt x="0" y="1293"/>
                    </a:lnTo>
                    <a:lnTo>
                      <a:pt x="2" y="1227"/>
                    </a:lnTo>
                    <a:lnTo>
                      <a:pt x="6" y="1161"/>
                    </a:lnTo>
                    <a:lnTo>
                      <a:pt x="15" y="1097"/>
                    </a:lnTo>
                    <a:lnTo>
                      <a:pt x="27" y="1032"/>
                    </a:lnTo>
                    <a:lnTo>
                      <a:pt x="40" y="969"/>
                    </a:lnTo>
                    <a:lnTo>
                      <a:pt x="58" y="908"/>
                    </a:lnTo>
                    <a:lnTo>
                      <a:pt x="79" y="849"/>
                    </a:lnTo>
                    <a:lnTo>
                      <a:pt x="101" y="791"/>
                    </a:lnTo>
                    <a:lnTo>
                      <a:pt x="127" y="733"/>
                    </a:lnTo>
                    <a:lnTo>
                      <a:pt x="156" y="676"/>
                    </a:lnTo>
                    <a:lnTo>
                      <a:pt x="187" y="623"/>
                    </a:lnTo>
                    <a:lnTo>
                      <a:pt x="221" y="570"/>
                    </a:lnTo>
                    <a:lnTo>
                      <a:pt x="258" y="520"/>
                    </a:lnTo>
                    <a:lnTo>
                      <a:pt x="296" y="470"/>
                    </a:lnTo>
                    <a:lnTo>
                      <a:pt x="337" y="424"/>
                    </a:lnTo>
                    <a:lnTo>
                      <a:pt x="378" y="378"/>
                    </a:lnTo>
                    <a:lnTo>
                      <a:pt x="424" y="337"/>
                    </a:lnTo>
                    <a:lnTo>
                      <a:pt x="470" y="296"/>
                    </a:lnTo>
                    <a:lnTo>
                      <a:pt x="520" y="258"/>
                    </a:lnTo>
                    <a:lnTo>
                      <a:pt x="570" y="221"/>
                    </a:lnTo>
                    <a:lnTo>
                      <a:pt x="623" y="187"/>
                    </a:lnTo>
                    <a:lnTo>
                      <a:pt x="676" y="156"/>
                    </a:lnTo>
                    <a:lnTo>
                      <a:pt x="733" y="127"/>
                    </a:lnTo>
                    <a:lnTo>
                      <a:pt x="791" y="101"/>
                    </a:lnTo>
                    <a:lnTo>
                      <a:pt x="849" y="79"/>
                    </a:lnTo>
                    <a:lnTo>
                      <a:pt x="908" y="58"/>
                    </a:lnTo>
                    <a:lnTo>
                      <a:pt x="969" y="40"/>
                    </a:lnTo>
                    <a:lnTo>
                      <a:pt x="1032" y="27"/>
                    </a:lnTo>
                    <a:lnTo>
                      <a:pt x="1097" y="15"/>
                    </a:lnTo>
                    <a:lnTo>
                      <a:pt x="1161" y="6"/>
                    </a:lnTo>
                    <a:lnTo>
                      <a:pt x="1227" y="2"/>
                    </a:lnTo>
                    <a:lnTo>
                      <a:pt x="1293" y="0"/>
                    </a:lnTo>
                    <a:lnTo>
                      <a:pt x="1293" y="0"/>
                    </a:lnTo>
                    <a:lnTo>
                      <a:pt x="1359" y="2"/>
                    </a:lnTo>
                    <a:lnTo>
                      <a:pt x="1425" y="6"/>
                    </a:lnTo>
                    <a:lnTo>
                      <a:pt x="1489" y="15"/>
                    </a:lnTo>
                    <a:lnTo>
                      <a:pt x="1554" y="27"/>
                    </a:lnTo>
                    <a:lnTo>
                      <a:pt x="1617" y="40"/>
                    </a:lnTo>
                    <a:lnTo>
                      <a:pt x="1678" y="58"/>
                    </a:lnTo>
                    <a:lnTo>
                      <a:pt x="1737" y="79"/>
                    </a:lnTo>
                    <a:lnTo>
                      <a:pt x="1795" y="101"/>
                    </a:lnTo>
                    <a:lnTo>
                      <a:pt x="1853" y="127"/>
                    </a:lnTo>
                    <a:lnTo>
                      <a:pt x="1910" y="156"/>
                    </a:lnTo>
                    <a:lnTo>
                      <a:pt x="1963" y="187"/>
                    </a:lnTo>
                    <a:lnTo>
                      <a:pt x="2016" y="221"/>
                    </a:lnTo>
                    <a:lnTo>
                      <a:pt x="2066" y="258"/>
                    </a:lnTo>
                    <a:lnTo>
                      <a:pt x="2116" y="296"/>
                    </a:lnTo>
                    <a:lnTo>
                      <a:pt x="2162" y="337"/>
                    </a:lnTo>
                    <a:lnTo>
                      <a:pt x="2208" y="378"/>
                    </a:lnTo>
                    <a:lnTo>
                      <a:pt x="2249" y="424"/>
                    </a:lnTo>
                    <a:lnTo>
                      <a:pt x="2290" y="470"/>
                    </a:lnTo>
                    <a:lnTo>
                      <a:pt x="2328" y="520"/>
                    </a:lnTo>
                    <a:lnTo>
                      <a:pt x="2365" y="570"/>
                    </a:lnTo>
                    <a:lnTo>
                      <a:pt x="2399" y="623"/>
                    </a:lnTo>
                    <a:lnTo>
                      <a:pt x="2430" y="676"/>
                    </a:lnTo>
                    <a:lnTo>
                      <a:pt x="2459" y="733"/>
                    </a:lnTo>
                    <a:lnTo>
                      <a:pt x="2485" y="791"/>
                    </a:lnTo>
                    <a:lnTo>
                      <a:pt x="2507" y="849"/>
                    </a:lnTo>
                    <a:lnTo>
                      <a:pt x="2528" y="908"/>
                    </a:lnTo>
                    <a:lnTo>
                      <a:pt x="2546" y="969"/>
                    </a:lnTo>
                    <a:lnTo>
                      <a:pt x="2559" y="1032"/>
                    </a:lnTo>
                    <a:lnTo>
                      <a:pt x="2571" y="1097"/>
                    </a:lnTo>
                    <a:lnTo>
                      <a:pt x="2580" y="1161"/>
                    </a:lnTo>
                    <a:lnTo>
                      <a:pt x="2584" y="1227"/>
                    </a:lnTo>
                    <a:lnTo>
                      <a:pt x="2586" y="1293"/>
                    </a:lnTo>
                    <a:lnTo>
                      <a:pt x="2586" y="1293"/>
                    </a:lnTo>
                    <a:close/>
                  </a:path>
                </a:pathLst>
              </a:custGeom>
              <a:noFill/>
              <a:ln w="6350" cmpd="sng">
                <a:solidFill>
                  <a:schemeClr val="tx1"/>
                </a:solidFill>
                <a:prstDash val="sysDot"/>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8" name="Freeform 47"/>
              <p:cNvSpPr>
                <a:spLocks/>
              </p:cNvSpPr>
              <p:nvPr/>
            </p:nvSpPr>
            <p:spPr bwMode="auto">
              <a:xfrm>
                <a:off x="3604423" y="2474123"/>
                <a:ext cx="1935155" cy="1935155"/>
              </a:xfrm>
              <a:custGeom>
                <a:avLst/>
                <a:gdLst>
                  <a:gd name="T0" fmla="*/ 3444 w 3448"/>
                  <a:gd name="T1" fmla="*/ 1856 h 3448"/>
                  <a:gd name="T2" fmla="*/ 3413 w 3448"/>
                  <a:gd name="T3" fmla="*/ 2072 h 3448"/>
                  <a:gd name="T4" fmla="*/ 3358 w 3448"/>
                  <a:gd name="T5" fmla="*/ 2276 h 3448"/>
                  <a:gd name="T6" fmla="*/ 3278 w 3448"/>
                  <a:gd name="T7" fmla="*/ 2471 h 3448"/>
                  <a:gd name="T8" fmla="*/ 3176 w 3448"/>
                  <a:gd name="T9" fmla="*/ 2653 h 3448"/>
                  <a:gd name="T10" fmla="*/ 3054 w 3448"/>
                  <a:gd name="T11" fmla="*/ 2821 h 3448"/>
                  <a:gd name="T12" fmla="*/ 2914 w 3448"/>
                  <a:gd name="T13" fmla="*/ 2972 h 3448"/>
                  <a:gd name="T14" fmla="*/ 2756 w 3448"/>
                  <a:gd name="T15" fmla="*/ 3105 h 3448"/>
                  <a:gd name="T16" fmla="*/ 2582 w 3448"/>
                  <a:gd name="T17" fmla="*/ 3220 h 3448"/>
                  <a:gd name="T18" fmla="*/ 2395 w 3448"/>
                  <a:gd name="T19" fmla="*/ 3313 h 3448"/>
                  <a:gd name="T20" fmla="*/ 2196 w 3448"/>
                  <a:gd name="T21" fmla="*/ 3382 h 3448"/>
                  <a:gd name="T22" fmla="*/ 1986 w 3448"/>
                  <a:gd name="T23" fmla="*/ 3429 h 3448"/>
                  <a:gd name="T24" fmla="*/ 1769 w 3448"/>
                  <a:gd name="T25" fmla="*/ 3448 h 3448"/>
                  <a:gd name="T26" fmla="*/ 1592 w 3448"/>
                  <a:gd name="T27" fmla="*/ 3444 h 3448"/>
                  <a:gd name="T28" fmla="*/ 1376 w 3448"/>
                  <a:gd name="T29" fmla="*/ 3413 h 3448"/>
                  <a:gd name="T30" fmla="*/ 1172 w 3448"/>
                  <a:gd name="T31" fmla="*/ 3358 h 3448"/>
                  <a:gd name="T32" fmla="*/ 977 w 3448"/>
                  <a:gd name="T33" fmla="*/ 3278 h 3448"/>
                  <a:gd name="T34" fmla="*/ 795 w 3448"/>
                  <a:gd name="T35" fmla="*/ 3176 h 3448"/>
                  <a:gd name="T36" fmla="*/ 627 w 3448"/>
                  <a:gd name="T37" fmla="*/ 3054 h 3448"/>
                  <a:gd name="T38" fmla="*/ 476 w 3448"/>
                  <a:gd name="T39" fmla="*/ 2914 h 3448"/>
                  <a:gd name="T40" fmla="*/ 343 w 3448"/>
                  <a:gd name="T41" fmla="*/ 2756 h 3448"/>
                  <a:gd name="T42" fmla="*/ 228 w 3448"/>
                  <a:gd name="T43" fmla="*/ 2582 h 3448"/>
                  <a:gd name="T44" fmla="*/ 135 w 3448"/>
                  <a:gd name="T45" fmla="*/ 2395 h 3448"/>
                  <a:gd name="T46" fmla="*/ 66 w 3448"/>
                  <a:gd name="T47" fmla="*/ 2196 h 3448"/>
                  <a:gd name="T48" fmla="*/ 19 w 3448"/>
                  <a:gd name="T49" fmla="*/ 1986 h 3448"/>
                  <a:gd name="T50" fmla="*/ 0 w 3448"/>
                  <a:gd name="T51" fmla="*/ 1769 h 3448"/>
                  <a:gd name="T52" fmla="*/ 4 w 3448"/>
                  <a:gd name="T53" fmla="*/ 1592 h 3448"/>
                  <a:gd name="T54" fmla="*/ 35 w 3448"/>
                  <a:gd name="T55" fmla="*/ 1376 h 3448"/>
                  <a:gd name="T56" fmla="*/ 90 w 3448"/>
                  <a:gd name="T57" fmla="*/ 1172 h 3448"/>
                  <a:gd name="T58" fmla="*/ 170 w 3448"/>
                  <a:gd name="T59" fmla="*/ 977 h 3448"/>
                  <a:gd name="T60" fmla="*/ 272 w 3448"/>
                  <a:gd name="T61" fmla="*/ 795 h 3448"/>
                  <a:gd name="T62" fmla="*/ 394 w 3448"/>
                  <a:gd name="T63" fmla="*/ 627 h 3448"/>
                  <a:gd name="T64" fmla="*/ 534 w 3448"/>
                  <a:gd name="T65" fmla="*/ 476 h 3448"/>
                  <a:gd name="T66" fmla="*/ 692 w 3448"/>
                  <a:gd name="T67" fmla="*/ 343 h 3448"/>
                  <a:gd name="T68" fmla="*/ 866 w 3448"/>
                  <a:gd name="T69" fmla="*/ 228 h 3448"/>
                  <a:gd name="T70" fmla="*/ 1053 w 3448"/>
                  <a:gd name="T71" fmla="*/ 135 h 3448"/>
                  <a:gd name="T72" fmla="*/ 1252 w 3448"/>
                  <a:gd name="T73" fmla="*/ 66 h 3448"/>
                  <a:gd name="T74" fmla="*/ 1462 w 3448"/>
                  <a:gd name="T75" fmla="*/ 19 h 3448"/>
                  <a:gd name="T76" fmla="*/ 1679 w 3448"/>
                  <a:gd name="T77" fmla="*/ 0 h 3448"/>
                  <a:gd name="T78" fmla="*/ 1856 w 3448"/>
                  <a:gd name="T79" fmla="*/ 4 h 3448"/>
                  <a:gd name="T80" fmla="*/ 2072 w 3448"/>
                  <a:gd name="T81" fmla="*/ 35 h 3448"/>
                  <a:gd name="T82" fmla="*/ 2276 w 3448"/>
                  <a:gd name="T83" fmla="*/ 90 h 3448"/>
                  <a:gd name="T84" fmla="*/ 2471 w 3448"/>
                  <a:gd name="T85" fmla="*/ 170 h 3448"/>
                  <a:gd name="T86" fmla="*/ 2653 w 3448"/>
                  <a:gd name="T87" fmla="*/ 272 h 3448"/>
                  <a:gd name="T88" fmla="*/ 2821 w 3448"/>
                  <a:gd name="T89" fmla="*/ 394 h 3448"/>
                  <a:gd name="T90" fmla="*/ 2972 w 3448"/>
                  <a:gd name="T91" fmla="*/ 534 h 3448"/>
                  <a:gd name="T92" fmla="*/ 3105 w 3448"/>
                  <a:gd name="T93" fmla="*/ 692 h 3448"/>
                  <a:gd name="T94" fmla="*/ 3220 w 3448"/>
                  <a:gd name="T95" fmla="*/ 866 h 3448"/>
                  <a:gd name="T96" fmla="*/ 3313 w 3448"/>
                  <a:gd name="T97" fmla="*/ 1053 h 3448"/>
                  <a:gd name="T98" fmla="*/ 3382 w 3448"/>
                  <a:gd name="T99" fmla="*/ 1252 h 3448"/>
                  <a:gd name="T100" fmla="*/ 3429 w 3448"/>
                  <a:gd name="T101" fmla="*/ 1462 h 3448"/>
                  <a:gd name="T102" fmla="*/ 3448 w 3448"/>
                  <a:gd name="T103" fmla="*/ 1679 h 3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448" h="3448">
                    <a:moveTo>
                      <a:pt x="3448" y="1724"/>
                    </a:moveTo>
                    <a:lnTo>
                      <a:pt x="3448" y="1724"/>
                    </a:lnTo>
                    <a:lnTo>
                      <a:pt x="3448" y="1769"/>
                    </a:lnTo>
                    <a:lnTo>
                      <a:pt x="3447" y="1813"/>
                    </a:lnTo>
                    <a:lnTo>
                      <a:pt x="3444" y="1856"/>
                    </a:lnTo>
                    <a:lnTo>
                      <a:pt x="3439" y="1900"/>
                    </a:lnTo>
                    <a:lnTo>
                      <a:pt x="3434" y="1943"/>
                    </a:lnTo>
                    <a:lnTo>
                      <a:pt x="3429" y="1986"/>
                    </a:lnTo>
                    <a:lnTo>
                      <a:pt x="3421" y="2030"/>
                    </a:lnTo>
                    <a:lnTo>
                      <a:pt x="3413" y="2072"/>
                    </a:lnTo>
                    <a:lnTo>
                      <a:pt x="3405" y="2114"/>
                    </a:lnTo>
                    <a:lnTo>
                      <a:pt x="3394" y="2156"/>
                    </a:lnTo>
                    <a:lnTo>
                      <a:pt x="3382" y="2196"/>
                    </a:lnTo>
                    <a:lnTo>
                      <a:pt x="3371" y="2236"/>
                    </a:lnTo>
                    <a:lnTo>
                      <a:pt x="3358" y="2276"/>
                    </a:lnTo>
                    <a:lnTo>
                      <a:pt x="3344" y="2317"/>
                    </a:lnTo>
                    <a:lnTo>
                      <a:pt x="3329" y="2357"/>
                    </a:lnTo>
                    <a:lnTo>
                      <a:pt x="3313" y="2395"/>
                    </a:lnTo>
                    <a:lnTo>
                      <a:pt x="3295" y="2434"/>
                    </a:lnTo>
                    <a:lnTo>
                      <a:pt x="3278" y="2471"/>
                    </a:lnTo>
                    <a:lnTo>
                      <a:pt x="3260" y="2510"/>
                    </a:lnTo>
                    <a:lnTo>
                      <a:pt x="3241" y="2545"/>
                    </a:lnTo>
                    <a:lnTo>
                      <a:pt x="3220" y="2582"/>
                    </a:lnTo>
                    <a:lnTo>
                      <a:pt x="3199" y="2618"/>
                    </a:lnTo>
                    <a:lnTo>
                      <a:pt x="3176" y="2653"/>
                    </a:lnTo>
                    <a:lnTo>
                      <a:pt x="3154" y="2688"/>
                    </a:lnTo>
                    <a:lnTo>
                      <a:pt x="3130" y="2722"/>
                    </a:lnTo>
                    <a:lnTo>
                      <a:pt x="3105" y="2756"/>
                    </a:lnTo>
                    <a:lnTo>
                      <a:pt x="3081" y="2788"/>
                    </a:lnTo>
                    <a:lnTo>
                      <a:pt x="3054" y="2821"/>
                    </a:lnTo>
                    <a:lnTo>
                      <a:pt x="3028" y="2853"/>
                    </a:lnTo>
                    <a:lnTo>
                      <a:pt x="3001" y="2883"/>
                    </a:lnTo>
                    <a:lnTo>
                      <a:pt x="2972" y="2914"/>
                    </a:lnTo>
                    <a:lnTo>
                      <a:pt x="2943" y="2943"/>
                    </a:lnTo>
                    <a:lnTo>
                      <a:pt x="2914" y="2972"/>
                    </a:lnTo>
                    <a:lnTo>
                      <a:pt x="2883" y="3001"/>
                    </a:lnTo>
                    <a:lnTo>
                      <a:pt x="2853" y="3028"/>
                    </a:lnTo>
                    <a:lnTo>
                      <a:pt x="2821" y="3054"/>
                    </a:lnTo>
                    <a:lnTo>
                      <a:pt x="2788" y="3081"/>
                    </a:lnTo>
                    <a:lnTo>
                      <a:pt x="2756" y="3105"/>
                    </a:lnTo>
                    <a:lnTo>
                      <a:pt x="2722" y="3130"/>
                    </a:lnTo>
                    <a:lnTo>
                      <a:pt x="2688" y="3154"/>
                    </a:lnTo>
                    <a:lnTo>
                      <a:pt x="2653" y="3176"/>
                    </a:lnTo>
                    <a:lnTo>
                      <a:pt x="2618" y="3199"/>
                    </a:lnTo>
                    <a:lnTo>
                      <a:pt x="2582" y="3220"/>
                    </a:lnTo>
                    <a:lnTo>
                      <a:pt x="2545" y="3241"/>
                    </a:lnTo>
                    <a:lnTo>
                      <a:pt x="2510" y="3260"/>
                    </a:lnTo>
                    <a:lnTo>
                      <a:pt x="2471" y="3278"/>
                    </a:lnTo>
                    <a:lnTo>
                      <a:pt x="2434" y="3295"/>
                    </a:lnTo>
                    <a:lnTo>
                      <a:pt x="2395" y="3313"/>
                    </a:lnTo>
                    <a:lnTo>
                      <a:pt x="2357" y="3329"/>
                    </a:lnTo>
                    <a:lnTo>
                      <a:pt x="2317" y="3344"/>
                    </a:lnTo>
                    <a:lnTo>
                      <a:pt x="2276" y="3358"/>
                    </a:lnTo>
                    <a:lnTo>
                      <a:pt x="2236" y="3371"/>
                    </a:lnTo>
                    <a:lnTo>
                      <a:pt x="2196" y="3382"/>
                    </a:lnTo>
                    <a:lnTo>
                      <a:pt x="2156" y="3394"/>
                    </a:lnTo>
                    <a:lnTo>
                      <a:pt x="2114" y="3405"/>
                    </a:lnTo>
                    <a:lnTo>
                      <a:pt x="2072" y="3413"/>
                    </a:lnTo>
                    <a:lnTo>
                      <a:pt x="2030" y="3421"/>
                    </a:lnTo>
                    <a:lnTo>
                      <a:pt x="1986" y="3429"/>
                    </a:lnTo>
                    <a:lnTo>
                      <a:pt x="1943" y="3434"/>
                    </a:lnTo>
                    <a:lnTo>
                      <a:pt x="1900" y="3439"/>
                    </a:lnTo>
                    <a:lnTo>
                      <a:pt x="1856" y="3444"/>
                    </a:lnTo>
                    <a:lnTo>
                      <a:pt x="1813" y="3447"/>
                    </a:lnTo>
                    <a:lnTo>
                      <a:pt x="1769" y="3448"/>
                    </a:lnTo>
                    <a:lnTo>
                      <a:pt x="1724" y="3448"/>
                    </a:lnTo>
                    <a:lnTo>
                      <a:pt x="1724" y="3448"/>
                    </a:lnTo>
                    <a:lnTo>
                      <a:pt x="1679" y="3448"/>
                    </a:lnTo>
                    <a:lnTo>
                      <a:pt x="1635" y="3447"/>
                    </a:lnTo>
                    <a:lnTo>
                      <a:pt x="1592" y="3444"/>
                    </a:lnTo>
                    <a:lnTo>
                      <a:pt x="1547" y="3439"/>
                    </a:lnTo>
                    <a:lnTo>
                      <a:pt x="1505" y="3434"/>
                    </a:lnTo>
                    <a:lnTo>
                      <a:pt x="1462" y="3429"/>
                    </a:lnTo>
                    <a:lnTo>
                      <a:pt x="1418" y="3421"/>
                    </a:lnTo>
                    <a:lnTo>
                      <a:pt x="1376" y="3413"/>
                    </a:lnTo>
                    <a:lnTo>
                      <a:pt x="1334" y="3405"/>
                    </a:lnTo>
                    <a:lnTo>
                      <a:pt x="1292" y="3394"/>
                    </a:lnTo>
                    <a:lnTo>
                      <a:pt x="1252" y="3382"/>
                    </a:lnTo>
                    <a:lnTo>
                      <a:pt x="1212" y="3371"/>
                    </a:lnTo>
                    <a:lnTo>
                      <a:pt x="1172" y="3358"/>
                    </a:lnTo>
                    <a:lnTo>
                      <a:pt x="1131" y="3344"/>
                    </a:lnTo>
                    <a:lnTo>
                      <a:pt x="1091" y="3329"/>
                    </a:lnTo>
                    <a:lnTo>
                      <a:pt x="1053" y="3313"/>
                    </a:lnTo>
                    <a:lnTo>
                      <a:pt x="1014" y="3295"/>
                    </a:lnTo>
                    <a:lnTo>
                      <a:pt x="977" y="3278"/>
                    </a:lnTo>
                    <a:lnTo>
                      <a:pt x="938" y="3260"/>
                    </a:lnTo>
                    <a:lnTo>
                      <a:pt x="903" y="3241"/>
                    </a:lnTo>
                    <a:lnTo>
                      <a:pt x="866" y="3220"/>
                    </a:lnTo>
                    <a:lnTo>
                      <a:pt x="830" y="3199"/>
                    </a:lnTo>
                    <a:lnTo>
                      <a:pt x="795" y="3176"/>
                    </a:lnTo>
                    <a:lnTo>
                      <a:pt x="760" y="3154"/>
                    </a:lnTo>
                    <a:lnTo>
                      <a:pt x="726" y="3130"/>
                    </a:lnTo>
                    <a:lnTo>
                      <a:pt x="692" y="3105"/>
                    </a:lnTo>
                    <a:lnTo>
                      <a:pt x="660" y="3081"/>
                    </a:lnTo>
                    <a:lnTo>
                      <a:pt x="627" y="3054"/>
                    </a:lnTo>
                    <a:lnTo>
                      <a:pt x="595" y="3028"/>
                    </a:lnTo>
                    <a:lnTo>
                      <a:pt x="565" y="3001"/>
                    </a:lnTo>
                    <a:lnTo>
                      <a:pt x="534" y="2972"/>
                    </a:lnTo>
                    <a:lnTo>
                      <a:pt x="505" y="2943"/>
                    </a:lnTo>
                    <a:lnTo>
                      <a:pt x="476" y="2914"/>
                    </a:lnTo>
                    <a:lnTo>
                      <a:pt x="447" y="2883"/>
                    </a:lnTo>
                    <a:lnTo>
                      <a:pt x="420" y="2853"/>
                    </a:lnTo>
                    <a:lnTo>
                      <a:pt x="394" y="2821"/>
                    </a:lnTo>
                    <a:lnTo>
                      <a:pt x="367" y="2788"/>
                    </a:lnTo>
                    <a:lnTo>
                      <a:pt x="343" y="2756"/>
                    </a:lnTo>
                    <a:lnTo>
                      <a:pt x="318" y="2722"/>
                    </a:lnTo>
                    <a:lnTo>
                      <a:pt x="294" y="2688"/>
                    </a:lnTo>
                    <a:lnTo>
                      <a:pt x="272" y="2653"/>
                    </a:lnTo>
                    <a:lnTo>
                      <a:pt x="249" y="2618"/>
                    </a:lnTo>
                    <a:lnTo>
                      <a:pt x="228" y="2582"/>
                    </a:lnTo>
                    <a:lnTo>
                      <a:pt x="207" y="2545"/>
                    </a:lnTo>
                    <a:lnTo>
                      <a:pt x="188" y="2510"/>
                    </a:lnTo>
                    <a:lnTo>
                      <a:pt x="170" y="2471"/>
                    </a:lnTo>
                    <a:lnTo>
                      <a:pt x="153" y="2434"/>
                    </a:lnTo>
                    <a:lnTo>
                      <a:pt x="135" y="2395"/>
                    </a:lnTo>
                    <a:lnTo>
                      <a:pt x="119" y="2357"/>
                    </a:lnTo>
                    <a:lnTo>
                      <a:pt x="104" y="2317"/>
                    </a:lnTo>
                    <a:lnTo>
                      <a:pt x="90" y="2276"/>
                    </a:lnTo>
                    <a:lnTo>
                      <a:pt x="77" y="2236"/>
                    </a:lnTo>
                    <a:lnTo>
                      <a:pt x="66" y="2196"/>
                    </a:lnTo>
                    <a:lnTo>
                      <a:pt x="54" y="2156"/>
                    </a:lnTo>
                    <a:lnTo>
                      <a:pt x="43" y="2114"/>
                    </a:lnTo>
                    <a:lnTo>
                      <a:pt x="35" y="2072"/>
                    </a:lnTo>
                    <a:lnTo>
                      <a:pt x="27" y="2030"/>
                    </a:lnTo>
                    <a:lnTo>
                      <a:pt x="19" y="1986"/>
                    </a:lnTo>
                    <a:lnTo>
                      <a:pt x="14" y="1943"/>
                    </a:lnTo>
                    <a:lnTo>
                      <a:pt x="9" y="1900"/>
                    </a:lnTo>
                    <a:lnTo>
                      <a:pt x="4" y="1856"/>
                    </a:lnTo>
                    <a:lnTo>
                      <a:pt x="1" y="1813"/>
                    </a:lnTo>
                    <a:lnTo>
                      <a:pt x="0" y="1769"/>
                    </a:lnTo>
                    <a:lnTo>
                      <a:pt x="0" y="1724"/>
                    </a:lnTo>
                    <a:lnTo>
                      <a:pt x="0" y="1724"/>
                    </a:lnTo>
                    <a:lnTo>
                      <a:pt x="0" y="1679"/>
                    </a:lnTo>
                    <a:lnTo>
                      <a:pt x="1" y="1635"/>
                    </a:lnTo>
                    <a:lnTo>
                      <a:pt x="4" y="1592"/>
                    </a:lnTo>
                    <a:lnTo>
                      <a:pt x="9" y="1547"/>
                    </a:lnTo>
                    <a:lnTo>
                      <a:pt x="14" y="1505"/>
                    </a:lnTo>
                    <a:lnTo>
                      <a:pt x="19" y="1462"/>
                    </a:lnTo>
                    <a:lnTo>
                      <a:pt x="27" y="1418"/>
                    </a:lnTo>
                    <a:lnTo>
                      <a:pt x="35" y="1376"/>
                    </a:lnTo>
                    <a:lnTo>
                      <a:pt x="43" y="1334"/>
                    </a:lnTo>
                    <a:lnTo>
                      <a:pt x="54" y="1292"/>
                    </a:lnTo>
                    <a:lnTo>
                      <a:pt x="66" y="1252"/>
                    </a:lnTo>
                    <a:lnTo>
                      <a:pt x="77" y="1212"/>
                    </a:lnTo>
                    <a:lnTo>
                      <a:pt x="90" y="1172"/>
                    </a:lnTo>
                    <a:lnTo>
                      <a:pt x="104" y="1131"/>
                    </a:lnTo>
                    <a:lnTo>
                      <a:pt x="119" y="1091"/>
                    </a:lnTo>
                    <a:lnTo>
                      <a:pt x="135" y="1053"/>
                    </a:lnTo>
                    <a:lnTo>
                      <a:pt x="153" y="1014"/>
                    </a:lnTo>
                    <a:lnTo>
                      <a:pt x="170" y="977"/>
                    </a:lnTo>
                    <a:lnTo>
                      <a:pt x="188" y="938"/>
                    </a:lnTo>
                    <a:lnTo>
                      <a:pt x="207" y="903"/>
                    </a:lnTo>
                    <a:lnTo>
                      <a:pt x="228" y="866"/>
                    </a:lnTo>
                    <a:lnTo>
                      <a:pt x="249" y="830"/>
                    </a:lnTo>
                    <a:lnTo>
                      <a:pt x="272" y="795"/>
                    </a:lnTo>
                    <a:lnTo>
                      <a:pt x="294" y="760"/>
                    </a:lnTo>
                    <a:lnTo>
                      <a:pt x="318" y="726"/>
                    </a:lnTo>
                    <a:lnTo>
                      <a:pt x="343" y="692"/>
                    </a:lnTo>
                    <a:lnTo>
                      <a:pt x="367" y="660"/>
                    </a:lnTo>
                    <a:lnTo>
                      <a:pt x="394" y="627"/>
                    </a:lnTo>
                    <a:lnTo>
                      <a:pt x="420" y="595"/>
                    </a:lnTo>
                    <a:lnTo>
                      <a:pt x="447" y="565"/>
                    </a:lnTo>
                    <a:lnTo>
                      <a:pt x="476" y="534"/>
                    </a:lnTo>
                    <a:lnTo>
                      <a:pt x="505" y="505"/>
                    </a:lnTo>
                    <a:lnTo>
                      <a:pt x="534" y="476"/>
                    </a:lnTo>
                    <a:lnTo>
                      <a:pt x="565" y="447"/>
                    </a:lnTo>
                    <a:lnTo>
                      <a:pt x="595" y="420"/>
                    </a:lnTo>
                    <a:lnTo>
                      <a:pt x="627" y="394"/>
                    </a:lnTo>
                    <a:lnTo>
                      <a:pt x="660" y="367"/>
                    </a:lnTo>
                    <a:lnTo>
                      <a:pt x="692" y="343"/>
                    </a:lnTo>
                    <a:lnTo>
                      <a:pt x="726" y="318"/>
                    </a:lnTo>
                    <a:lnTo>
                      <a:pt x="760" y="294"/>
                    </a:lnTo>
                    <a:lnTo>
                      <a:pt x="795" y="272"/>
                    </a:lnTo>
                    <a:lnTo>
                      <a:pt x="830" y="249"/>
                    </a:lnTo>
                    <a:lnTo>
                      <a:pt x="866" y="228"/>
                    </a:lnTo>
                    <a:lnTo>
                      <a:pt x="903" y="207"/>
                    </a:lnTo>
                    <a:lnTo>
                      <a:pt x="938" y="188"/>
                    </a:lnTo>
                    <a:lnTo>
                      <a:pt x="977" y="170"/>
                    </a:lnTo>
                    <a:lnTo>
                      <a:pt x="1014" y="153"/>
                    </a:lnTo>
                    <a:lnTo>
                      <a:pt x="1053" y="135"/>
                    </a:lnTo>
                    <a:lnTo>
                      <a:pt x="1091" y="119"/>
                    </a:lnTo>
                    <a:lnTo>
                      <a:pt x="1131" y="104"/>
                    </a:lnTo>
                    <a:lnTo>
                      <a:pt x="1172" y="90"/>
                    </a:lnTo>
                    <a:lnTo>
                      <a:pt x="1212" y="77"/>
                    </a:lnTo>
                    <a:lnTo>
                      <a:pt x="1252" y="66"/>
                    </a:lnTo>
                    <a:lnTo>
                      <a:pt x="1292" y="54"/>
                    </a:lnTo>
                    <a:lnTo>
                      <a:pt x="1334" y="43"/>
                    </a:lnTo>
                    <a:lnTo>
                      <a:pt x="1376" y="35"/>
                    </a:lnTo>
                    <a:lnTo>
                      <a:pt x="1418" y="27"/>
                    </a:lnTo>
                    <a:lnTo>
                      <a:pt x="1462" y="19"/>
                    </a:lnTo>
                    <a:lnTo>
                      <a:pt x="1505" y="14"/>
                    </a:lnTo>
                    <a:lnTo>
                      <a:pt x="1547" y="9"/>
                    </a:lnTo>
                    <a:lnTo>
                      <a:pt x="1592" y="4"/>
                    </a:lnTo>
                    <a:lnTo>
                      <a:pt x="1635" y="1"/>
                    </a:lnTo>
                    <a:lnTo>
                      <a:pt x="1679" y="0"/>
                    </a:lnTo>
                    <a:lnTo>
                      <a:pt x="1724" y="0"/>
                    </a:lnTo>
                    <a:lnTo>
                      <a:pt x="1724" y="0"/>
                    </a:lnTo>
                    <a:lnTo>
                      <a:pt x="1769" y="0"/>
                    </a:lnTo>
                    <a:lnTo>
                      <a:pt x="1813" y="1"/>
                    </a:lnTo>
                    <a:lnTo>
                      <a:pt x="1856" y="4"/>
                    </a:lnTo>
                    <a:lnTo>
                      <a:pt x="1900" y="9"/>
                    </a:lnTo>
                    <a:lnTo>
                      <a:pt x="1943" y="14"/>
                    </a:lnTo>
                    <a:lnTo>
                      <a:pt x="1986" y="19"/>
                    </a:lnTo>
                    <a:lnTo>
                      <a:pt x="2030" y="27"/>
                    </a:lnTo>
                    <a:lnTo>
                      <a:pt x="2072" y="35"/>
                    </a:lnTo>
                    <a:lnTo>
                      <a:pt x="2114" y="43"/>
                    </a:lnTo>
                    <a:lnTo>
                      <a:pt x="2156" y="54"/>
                    </a:lnTo>
                    <a:lnTo>
                      <a:pt x="2196" y="66"/>
                    </a:lnTo>
                    <a:lnTo>
                      <a:pt x="2236" y="77"/>
                    </a:lnTo>
                    <a:lnTo>
                      <a:pt x="2276" y="90"/>
                    </a:lnTo>
                    <a:lnTo>
                      <a:pt x="2317" y="104"/>
                    </a:lnTo>
                    <a:lnTo>
                      <a:pt x="2357" y="119"/>
                    </a:lnTo>
                    <a:lnTo>
                      <a:pt x="2395" y="135"/>
                    </a:lnTo>
                    <a:lnTo>
                      <a:pt x="2434" y="153"/>
                    </a:lnTo>
                    <a:lnTo>
                      <a:pt x="2471" y="170"/>
                    </a:lnTo>
                    <a:lnTo>
                      <a:pt x="2510" y="188"/>
                    </a:lnTo>
                    <a:lnTo>
                      <a:pt x="2545" y="207"/>
                    </a:lnTo>
                    <a:lnTo>
                      <a:pt x="2582" y="228"/>
                    </a:lnTo>
                    <a:lnTo>
                      <a:pt x="2618" y="249"/>
                    </a:lnTo>
                    <a:lnTo>
                      <a:pt x="2653" y="272"/>
                    </a:lnTo>
                    <a:lnTo>
                      <a:pt x="2688" y="294"/>
                    </a:lnTo>
                    <a:lnTo>
                      <a:pt x="2722" y="318"/>
                    </a:lnTo>
                    <a:lnTo>
                      <a:pt x="2756" y="343"/>
                    </a:lnTo>
                    <a:lnTo>
                      <a:pt x="2788" y="367"/>
                    </a:lnTo>
                    <a:lnTo>
                      <a:pt x="2821" y="394"/>
                    </a:lnTo>
                    <a:lnTo>
                      <a:pt x="2853" y="420"/>
                    </a:lnTo>
                    <a:lnTo>
                      <a:pt x="2883" y="447"/>
                    </a:lnTo>
                    <a:lnTo>
                      <a:pt x="2914" y="476"/>
                    </a:lnTo>
                    <a:lnTo>
                      <a:pt x="2943" y="505"/>
                    </a:lnTo>
                    <a:lnTo>
                      <a:pt x="2972" y="534"/>
                    </a:lnTo>
                    <a:lnTo>
                      <a:pt x="3001" y="565"/>
                    </a:lnTo>
                    <a:lnTo>
                      <a:pt x="3028" y="595"/>
                    </a:lnTo>
                    <a:lnTo>
                      <a:pt x="3054" y="627"/>
                    </a:lnTo>
                    <a:lnTo>
                      <a:pt x="3081" y="660"/>
                    </a:lnTo>
                    <a:lnTo>
                      <a:pt x="3105" y="692"/>
                    </a:lnTo>
                    <a:lnTo>
                      <a:pt x="3130" y="726"/>
                    </a:lnTo>
                    <a:lnTo>
                      <a:pt x="3154" y="760"/>
                    </a:lnTo>
                    <a:lnTo>
                      <a:pt x="3176" y="795"/>
                    </a:lnTo>
                    <a:lnTo>
                      <a:pt x="3199" y="830"/>
                    </a:lnTo>
                    <a:lnTo>
                      <a:pt x="3220" y="866"/>
                    </a:lnTo>
                    <a:lnTo>
                      <a:pt x="3241" y="903"/>
                    </a:lnTo>
                    <a:lnTo>
                      <a:pt x="3260" y="938"/>
                    </a:lnTo>
                    <a:lnTo>
                      <a:pt x="3278" y="977"/>
                    </a:lnTo>
                    <a:lnTo>
                      <a:pt x="3295" y="1014"/>
                    </a:lnTo>
                    <a:lnTo>
                      <a:pt x="3313" y="1053"/>
                    </a:lnTo>
                    <a:lnTo>
                      <a:pt x="3329" y="1091"/>
                    </a:lnTo>
                    <a:lnTo>
                      <a:pt x="3344" y="1131"/>
                    </a:lnTo>
                    <a:lnTo>
                      <a:pt x="3358" y="1172"/>
                    </a:lnTo>
                    <a:lnTo>
                      <a:pt x="3371" y="1212"/>
                    </a:lnTo>
                    <a:lnTo>
                      <a:pt x="3382" y="1252"/>
                    </a:lnTo>
                    <a:lnTo>
                      <a:pt x="3394" y="1292"/>
                    </a:lnTo>
                    <a:lnTo>
                      <a:pt x="3405" y="1334"/>
                    </a:lnTo>
                    <a:lnTo>
                      <a:pt x="3413" y="1376"/>
                    </a:lnTo>
                    <a:lnTo>
                      <a:pt x="3421" y="1418"/>
                    </a:lnTo>
                    <a:lnTo>
                      <a:pt x="3429" y="1462"/>
                    </a:lnTo>
                    <a:lnTo>
                      <a:pt x="3434" y="1505"/>
                    </a:lnTo>
                    <a:lnTo>
                      <a:pt x="3439" y="1547"/>
                    </a:lnTo>
                    <a:lnTo>
                      <a:pt x="3444" y="1592"/>
                    </a:lnTo>
                    <a:lnTo>
                      <a:pt x="3447" y="1635"/>
                    </a:lnTo>
                    <a:lnTo>
                      <a:pt x="3448" y="1679"/>
                    </a:lnTo>
                    <a:lnTo>
                      <a:pt x="3448" y="1724"/>
                    </a:lnTo>
                    <a:lnTo>
                      <a:pt x="3448" y="1724"/>
                    </a:lnTo>
                    <a:close/>
                  </a:path>
                </a:pathLst>
              </a:custGeom>
              <a:noFill/>
              <a:ln w="6350" cmpd="sng">
                <a:solidFill>
                  <a:schemeClr val="tx1"/>
                </a:solidFill>
                <a:prstDash val="sysDot"/>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9" name="Freeform 48"/>
              <p:cNvSpPr>
                <a:spLocks/>
              </p:cNvSpPr>
              <p:nvPr/>
            </p:nvSpPr>
            <p:spPr bwMode="auto">
              <a:xfrm>
                <a:off x="3361967" y="2231667"/>
                <a:ext cx="2420066" cy="2420066"/>
              </a:xfrm>
              <a:custGeom>
                <a:avLst/>
                <a:gdLst>
                  <a:gd name="T0" fmla="*/ 4306 w 4312"/>
                  <a:gd name="T1" fmla="*/ 2322 h 4312"/>
                  <a:gd name="T2" fmla="*/ 4269 w 4312"/>
                  <a:gd name="T3" fmla="*/ 2591 h 4312"/>
                  <a:gd name="T4" fmla="*/ 4199 w 4312"/>
                  <a:gd name="T5" fmla="*/ 2848 h 4312"/>
                  <a:gd name="T6" fmla="*/ 4099 w 4312"/>
                  <a:gd name="T7" fmla="*/ 3091 h 4312"/>
                  <a:gd name="T8" fmla="*/ 3972 w 4312"/>
                  <a:gd name="T9" fmla="*/ 3319 h 4312"/>
                  <a:gd name="T10" fmla="*/ 3819 w 4312"/>
                  <a:gd name="T11" fmla="*/ 3528 h 4312"/>
                  <a:gd name="T12" fmla="*/ 3644 w 4312"/>
                  <a:gd name="T13" fmla="*/ 3716 h 4312"/>
                  <a:gd name="T14" fmla="*/ 3446 w 4312"/>
                  <a:gd name="T15" fmla="*/ 3884 h 4312"/>
                  <a:gd name="T16" fmla="*/ 3230 w 4312"/>
                  <a:gd name="T17" fmla="*/ 4027 h 4312"/>
                  <a:gd name="T18" fmla="*/ 2995 w 4312"/>
                  <a:gd name="T19" fmla="*/ 4143 h 4312"/>
                  <a:gd name="T20" fmla="*/ 2747 w 4312"/>
                  <a:gd name="T21" fmla="*/ 4230 h 4312"/>
                  <a:gd name="T22" fmla="*/ 2484 w 4312"/>
                  <a:gd name="T23" fmla="*/ 4288 h 4312"/>
                  <a:gd name="T24" fmla="*/ 2212 w 4312"/>
                  <a:gd name="T25" fmla="*/ 4312 h 4312"/>
                  <a:gd name="T26" fmla="*/ 1990 w 4312"/>
                  <a:gd name="T27" fmla="*/ 4306 h 4312"/>
                  <a:gd name="T28" fmla="*/ 1721 w 4312"/>
                  <a:gd name="T29" fmla="*/ 4269 h 4312"/>
                  <a:gd name="T30" fmla="*/ 1464 w 4312"/>
                  <a:gd name="T31" fmla="*/ 4199 h 4312"/>
                  <a:gd name="T32" fmla="*/ 1221 w 4312"/>
                  <a:gd name="T33" fmla="*/ 4099 h 4312"/>
                  <a:gd name="T34" fmla="*/ 993 w 4312"/>
                  <a:gd name="T35" fmla="*/ 3972 h 4312"/>
                  <a:gd name="T36" fmla="*/ 784 w 4312"/>
                  <a:gd name="T37" fmla="*/ 3819 h 4312"/>
                  <a:gd name="T38" fmla="*/ 596 w 4312"/>
                  <a:gd name="T39" fmla="*/ 3644 h 4312"/>
                  <a:gd name="T40" fmla="*/ 428 w 4312"/>
                  <a:gd name="T41" fmla="*/ 3446 h 4312"/>
                  <a:gd name="T42" fmla="*/ 285 w 4312"/>
                  <a:gd name="T43" fmla="*/ 3230 h 4312"/>
                  <a:gd name="T44" fmla="*/ 169 w 4312"/>
                  <a:gd name="T45" fmla="*/ 2995 h 4312"/>
                  <a:gd name="T46" fmla="*/ 82 w 4312"/>
                  <a:gd name="T47" fmla="*/ 2747 h 4312"/>
                  <a:gd name="T48" fmla="*/ 24 w 4312"/>
                  <a:gd name="T49" fmla="*/ 2484 h 4312"/>
                  <a:gd name="T50" fmla="*/ 0 w 4312"/>
                  <a:gd name="T51" fmla="*/ 2212 h 4312"/>
                  <a:gd name="T52" fmla="*/ 6 w 4312"/>
                  <a:gd name="T53" fmla="*/ 1990 h 4312"/>
                  <a:gd name="T54" fmla="*/ 43 w 4312"/>
                  <a:gd name="T55" fmla="*/ 1721 h 4312"/>
                  <a:gd name="T56" fmla="*/ 113 w 4312"/>
                  <a:gd name="T57" fmla="*/ 1464 h 4312"/>
                  <a:gd name="T58" fmla="*/ 213 w 4312"/>
                  <a:gd name="T59" fmla="*/ 1221 h 4312"/>
                  <a:gd name="T60" fmla="*/ 340 w 4312"/>
                  <a:gd name="T61" fmla="*/ 993 h 4312"/>
                  <a:gd name="T62" fmla="*/ 493 w 4312"/>
                  <a:gd name="T63" fmla="*/ 784 h 4312"/>
                  <a:gd name="T64" fmla="*/ 668 w 4312"/>
                  <a:gd name="T65" fmla="*/ 596 h 4312"/>
                  <a:gd name="T66" fmla="*/ 866 w 4312"/>
                  <a:gd name="T67" fmla="*/ 428 h 4312"/>
                  <a:gd name="T68" fmla="*/ 1082 w 4312"/>
                  <a:gd name="T69" fmla="*/ 285 h 4312"/>
                  <a:gd name="T70" fmla="*/ 1317 w 4312"/>
                  <a:gd name="T71" fmla="*/ 169 h 4312"/>
                  <a:gd name="T72" fmla="*/ 1565 w 4312"/>
                  <a:gd name="T73" fmla="*/ 82 h 4312"/>
                  <a:gd name="T74" fmla="*/ 1828 w 4312"/>
                  <a:gd name="T75" fmla="*/ 24 h 4312"/>
                  <a:gd name="T76" fmla="*/ 2100 w 4312"/>
                  <a:gd name="T77" fmla="*/ 0 h 4312"/>
                  <a:gd name="T78" fmla="*/ 2322 w 4312"/>
                  <a:gd name="T79" fmla="*/ 6 h 4312"/>
                  <a:gd name="T80" fmla="*/ 2591 w 4312"/>
                  <a:gd name="T81" fmla="*/ 43 h 4312"/>
                  <a:gd name="T82" fmla="*/ 2848 w 4312"/>
                  <a:gd name="T83" fmla="*/ 113 h 4312"/>
                  <a:gd name="T84" fmla="*/ 3091 w 4312"/>
                  <a:gd name="T85" fmla="*/ 213 h 4312"/>
                  <a:gd name="T86" fmla="*/ 3319 w 4312"/>
                  <a:gd name="T87" fmla="*/ 340 h 4312"/>
                  <a:gd name="T88" fmla="*/ 3528 w 4312"/>
                  <a:gd name="T89" fmla="*/ 493 h 4312"/>
                  <a:gd name="T90" fmla="*/ 3716 w 4312"/>
                  <a:gd name="T91" fmla="*/ 668 h 4312"/>
                  <a:gd name="T92" fmla="*/ 3884 w 4312"/>
                  <a:gd name="T93" fmla="*/ 866 h 4312"/>
                  <a:gd name="T94" fmla="*/ 4027 w 4312"/>
                  <a:gd name="T95" fmla="*/ 1082 h 4312"/>
                  <a:gd name="T96" fmla="*/ 4143 w 4312"/>
                  <a:gd name="T97" fmla="*/ 1317 h 4312"/>
                  <a:gd name="T98" fmla="*/ 4230 w 4312"/>
                  <a:gd name="T99" fmla="*/ 1565 h 4312"/>
                  <a:gd name="T100" fmla="*/ 4288 w 4312"/>
                  <a:gd name="T101" fmla="*/ 1828 h 4312"/>
                  <a:gd name="T102" fmla="*/ 4312 w 4312"/>
                  <a:gd name="T103" fmla="*/ 2100 h 4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312" h="4312">
                    <a:moveTo>
                      <a:pt x="4312" y="2156"/>
                    </a:moveTo>
                    <a:lnTo>
                      <a:pt x="4312" y="2156"/>
                    </a:lnTo>
                    <a:lnTo>
                      <a:pt x="4312" y="2212"/>
                    </a:lnTo>
                    <a:lnTo>
                      <a:pt x="4309" y="2267"/>
                    </a:lnTo>
                    <a:lnTo>
                      <a:pt x="4306" y="2322"/>
                    </a:lnTo>
                    <a:lnTo>
                      <a:pt x="4301" y="2377"/>
                    </a:lnTo>
                    <a:lnTo>
                      <a:pt x="4294" y="2431"/>
                    </a:lnTo>
                    <a:lnTo>
                      <a:pt x="4288" y="2484"/>
                    </a:lnTo>
                    <a:lnTo>
                      <a:pt x="4278" y="2538"/>
                    </a:lnTo>
                    <a:lnTo>
                      <a:pt x="4269" y="2591"/>
                    </a:lnTo>
                    <a:lnTo>
                      <a:pt x="4257" y="2642"/>
                    </a:lnTo>
                    <a:lnTo>
                      <a:pt x="4244" y="2695"/>
                    </a:lnTo>
                    <a:lnTo>
                      <a:pt x="4230" y="2747"/>
                    </a:lnTo>
                    <a:lnTo>
                      <a:pt x="4215" y="2797"/>
                    </a:lnTo>
                    <a:lnTo>
                      <a:pt x="4199" y="2848"/>
                    </a:lnTo>
                    <a:lnTo>
                      <a:pt x="4182" y="2897"/>
                    </a:lnTo>
                    <a:lnTo>
                      <a:pt x="4162" y="2947"/>
                    </a:lnTo>
                    <a:lnTo>
                      <a:pt x="4143" y="2995"/>
                    </a:lnTo>
                    <a:lnTo>
                      <a:pt x="4122" y="3043"/>
                    </a:lnTo>
                    <a:lnTo>
                      <a:pt x="4099" y="3091"/>
                    </a:lnTo>
                    <a:lnTo>
                      <a:pt x="4077" y="3138"/>
                    </a:lnTo>
                    <a:lnTo>
                      <a:pt x="4053" y="3183"/>
                    </a:lnTo>
                    <a:lnTo>
                      <a:pt x="4027" y="3230"/>
                    </a:lnTo>
                    <a:lnTo>
                      <a:pt x="4000" y="3273"/>
                    </a:lnTo>
                    <a:lnTo>
                      <a:pt x="3972" y="3319"/>
                    </a:lnTo>
                    <a:lnTo>
                      <a:pt x="3943" y="3362"/>
                    </a:lnTo>
                    <a:lnTo>
                      <a:pt x="3914" y="3404"/>
                    </a:lnTo>
                    <a:lnTo>
                      <a:pt x="3884" y="3446"/>
                    </a:lnTo>
                    <a:lnTo>
                      <a:pt x="3853" y="3488"/>
                    </a:lnTo>
                    <a:lnTo>
                      <a:pt x="3819" y="3528"/>
                    </a:lnTo>
                    <a:lnTo>
                      <a:pt x="3787" y="3566"/>
                    </a:lnTo>
                    <a:lnTo>
                      <a:pt x="3752" y="3605"/>
                    </a:lnTo>
                    <a:lnTo>
                      <a:pt x="3716" y="3644"/>
                    </a:lnTo>
                    <a:lnTo>
                      <a:pt x="3681" y="3681"/>
                    </a:lnTo>
                    <a:lnTo>
                      <a:pt x="3644" y="3716"/>
                    </a:lnTo>
                    <a:lnTo>
                      <a:pt x="3605" y="3752"/>
                    </a:lnTo>
                    <a:lnTo>
                      <a:pt x="3566" y="3787"/>
                    </a:lnTo>
                    <a:lnTo>
                      <a:pt x="3528" y="3819"/>
                    </a:lnTo>
                    <a:lnTo>
                      <a:pt x="3488" y="3853"/>
                    </a:lnTo>
                    <a:lnTo>
                      <a:pt x="3446" y="3884"/>
                    </a:lnTo>
                    <a:lnTo>
                      <a:pt x="3404" y="3914"/>
                    </a:lnTo>
                    <a:lnTo>
                      <a:pt x="3362" y="3943"/>
                    </a:lnTo>
                    <a:lnTo>
                      <a:pt x="3319" y="3972"/>
                    </a:lnTo>
                    <a:lnTo>
                      <a:pt x="3273" y="4000"/>
                    </a:lnTo>
                    <a:lnTo>
                      <a:pt x="3230" y="4027"/>
                    </a:lnTo>
                    <a:lnTo>
                      <a:pt x="3183" y="4053"/>
                    </a:lnTo>
                    <a:lnTo>
                      <a:pt x="3138" y="4077"/>
                    </a:lnTo>
                    <a:lnTo>
                      <a:pt x="3091" y="4099"/>
                    </a:lnTo>
                    <a:lnTo>
                      <a:pt x="3043" y="4122"/>
                    </a:lnTo>
                    <a:lnTo>
                      <a:pt x="2995" y="4143"/>
                    </a:lnTo>
                    <a:lnTo>
                      <a:pt x="2947" y="4162"/>
                    </a:lnTo>
                    <a:lnTo>
                      <a:pt x="2897" y="4182"/>
                    </a:lnTo>
                    <a:lnTo>
                      <a:pt x="2848" y="4199"/>
                    </a:lnTo>
                    <a:lnTo>
                      <a:pt x="2797" y="4215"/>
                    </a:lnTo>
                    <a:lnTo>
                      <a:pt x="2747" y="4230"/>
                    </a:lnTo>
                    <a:lnTo>
                      <a:pt x="2695" y="4244"/>
                    </a:lnTo>
                    <a:lnTo>
                      <a:pt x="2642" y="4257"/>
                    </a:lnTo>
                    <a:lnTo>
                      <a:pt x="2591" y="4269"/>
                    </a:lnTo>
                    <a:lnTo>
                      <a:pt x="2538" y="4278"/>
                    </a:lnTo>
                    <a:lnTo>
                      <a:pt x="2484" y="4288"/>
                    </a:lnTo>
                    <a:lnTo>
                      <a:pt x="2431" y="4294"/>
                    </a:lnTo>
                    <a:lnTo>
                      <a:pt x="2377" y="4301"/>
                    </a:lnTo>
                    <a:lnTo>
                      <a:pt x="2322" y="4306"/>
                    </a:lnTo>
                    <a:lnTo>
                      <a:pt x="2267" y="4309"/>
                    </a:lnTo>
                    <a:lnTo>
                      <a:pt x="2212" y="4312"/>
                    </a:lnTo>
                    <a:lnTo>
                      <a:pt x="2156" y="4312"/>
                    </a:lnTo>
                    <a:lnTo>
                      <a:pt x="2156" y="4312"/>
                    </a:lnTo>
                    <a:lnTo>
                      <a:pt x="2100" y="4312"/>
                    </a:lnTo>
                    <a:lnTo>
                      <a:pt x="2045" y="4309"/>
                    </a:lnTo>
                    <a:lnTo>
                      <a:pt x="1990" y="4306"/>
                    </a:lnTo>
                    <a:lnTo>
                      <a:pt x="1935" y="4301"/>
                    </a:lnTo>
                    <a:lnTo>
                      <a:pt x="1881" y="4294"/>
                    </a:lnTo>
                    <a:lnTo>
                      <a:pt x="1828" y="4288"/>
                    </a:lnTo>
                    <a:lnTo>
                      <a:pt x="1774" y="4278"/>
                    </a:lnTo>
                    <a:lnTo>
                      <a:pt x="1721" y="4269"/>
                    </a:lnTo>
                    <a:lnTo>
                      <a:pt x="1670" y="4257"/>
                    </a:lnTo>
                    <a:lnTo>
                      <a:pt x="1617" y="4244"/>
                    </a:lnTo>
                    <a:lnTo>
                      <a:pt x="1565" y="4230"/>
                    </a:lnTo>
                    <a:lnTo>
                      <a:pt x="1515" y="4215"/>
                    </a:lnTo>
                    <a:lnTo>
                      <a:pt x="1464" y="4199"/>
                    </a:lnTo>
                    <a:lnTo>
                      <a:pt x="1415" y="4182"/>
                    </a:lnTo>
                    <a:lnTo>
                      <a:pt x="1365" y="4162"/>
                    </a:lnTo>
                    <a:lnTo>
                      <a:pt x="1317" y="4143"/>
                    </a:lnTo>
                    <a:lnTo>
                      <a:pt x="1269" y="4122"/>
                    </a:lnTo>
                    <a:lnTo>
                      <a:pt x="1221" y="4099"/>
                    </a:lnTo>
                    <a:lnTo>
                      <a:pt x="1174" y="4077"/>
                    </a:lnTo>
                    <a:lnTo>
                      <a:pt x="1129" y="4053"/>
                    </a:lnTo>
                    <a:lnTo>
                      <a:pt x="1082" y="4027"/>
                    </a:lnTo>
                    <a:lnTo>
                      <a:pt x="1039" y="4000"/>
                    </a:lnTo>
                    <a:lnTo>
                      <a:pt x="993" y="3972"/>
                    </a:lnTo>
                    <a:lnTo>
                      <a:pt x="950" y="3943"/>
                    </a:lnTo>
                    <a:lnTo>
                      <a:pt x="908" y="3914"/>
                    </a:lnTo>
                    <a:lnTo>
                      <a:pt x="866" y="3884"/>
                    </a:lnTo>
                    <a:lnTo>
                      <a:pt x="824" y="3853"/>
                    </a:lnTo>
                    <a:lnTo>
                      <a:pt x="784" y="3819"/>
                    </a:lnTo>
                    <a:lnTo>
                      <a:pt x="746" y="3787"/>
                    </a:lnTo>
                    <a:lnTo>
                      <a:pt x="707" y="3752"/>
                    </a:lnTo>
                    <a:lnTo>
                      <a:pt x="668" y="3716"/>
                    </a:lnTo>
                    <a:lnTo>
                      <a:pt x="631" y="3681"/>
                    </a:lnTo>
                    <a:lnTo>
                      <a:pt x="596" y="3644"/>
                    </a:lnTo>
                    <a:lnTo>
                      <a:pt x="560" y="3605"/>
                    </a:lnTo>
                    <a:lnTo>
                      <a:pt x="525" y="3566"/>
                    </a:lnTo>
                    <a:lnTo>
                      <a:pt x="493" y="3528"/>
                    </a:lnTo>
                    <a:lnTo>
                      <a:pt x="459" y="3488"/>
                    </a:lnTo>
                    <a:lnTo>
                      <a:pt x="428" y="3446"/>
                    </a:lnTo>
                    <a:lnTo>
                      <a:pt x="398" y="3404"/>
                    </a:lnTo>
                    <a:lnTo>
                      <a:pt x="369" y="3362"/>
                    </a:lnTo>
                    <a:lnTo>
                      <a:pt x="340" y="3319"/>
                    </a:lnTo>
                    <a:lnTo>
                      <a:pt x="312" y="3273"/>
                    </a:lnTo>
                    <a:lnTo>
                      <a:pt x="285" y="3230"/>
                    </a:lnTo>
                    <a:lnTo>
                      <a:pt x="259" y="3183"/>
                    </a:lnTo>
                    <a:lnTo>
                      <a:pt x="235" y="3138"/>
                    </a:lnTo>
                    <a:lnTo>
                      <a:pt x="213" y="3091"/>
                    </a:lnTo>
                    <a:lnTo>
                      <a:pt x="190" y="3043"/>
                    </a:lnTo>
                    <a:lnTo>
                      <a:pt x="169" y="2995"/>
                    </a:lnTo>
                    <a:lnTo>
                      <a:pt x="150" y="2947"/>
                    </a:lnTo>
                    <a:lnTo>
                      <a:pt x="130" y="2897"/>
                    </a:lnTo>
                    <a:lnTo>
                      <a:pt x="113" y="2848"/>
                    </a:lnTo>
                    <a:lnTo>
                      <a:pt x="97" y="2797"/>
                    </a:lnTo>
                    <a:lnTo>
                      <a:pt x="82" y="2747"/>
                    </a:lnTo>
                    <a:lnTo>
                      <a:pt x="68" y="2695"/>
                    </a:lnTo>
                    <a:lnTo>
                      <a:pt x="55" y="2642"/>
                    </a:lnTo>
                    <a:lnTo>
                      <a:pt x="43" y="2591"/>
                    </a:lnTo>
                    <a:lnTo>
                      <a:pt x="34" y="2538"/>
                    </a:lnTo>
                    <a:lnTo>
                      <a:pt x="24" y="2484"/>
                    </a:lnTo>
                    <a:lnTo>
                      <a:pt x="18" y="2431"/>
                    </a:lnTo>
                    <a:lnTo>
                      <a:pt x="11" y="2377"/>
                    </a:lnTo>
                    <a:lnTo>
                      <a:pt x="6" y="2322"/>
                    </a:lnTo>
                    <a:lnTo>
                      <a:pt x="3" y="2267"/>
                    </a:lnTo>
                    <a:lnTo>
                      <a:pt x="0" y="2212"/>
                    </a:lnTo>
                    <a:lnTo>
                      <a:pt x="0" y="2156"/>
                    </a:lnTo>
                    <a:lnTo>
                      <a:pt x="0" y="2156"/>
                    </a:lnTo>
                    <a:lnTo>
                      <a:pt x="0" y="2100"/>
                    </a:lnTo>
                    <a:lnTo>
                      <a:pt x="3" y="2045"/>
                    </a:lnTo>
                    <a:lnTo>
                      <a:pt x="6" y="1990"/>
                    </a:lnTo>
                    <a:lnTo>
                      <a:pt x="11" y="1935"/>
                    </a:lnTo>
                    <a:lnTo>
                      <a:pt x="18" y="1881"/>
                    </a:lnTo>
                    <a:lnTo>
                      <a:pt x="24" y="1828"/>
                    </a:lnTo>
                    <a:lnTo>
                      <a:pt x="34" y="1774"/>
                    </a:lnTo>
                    <a:lnTo>
                      <a:pt x="43" y="1721"/>
                    </a:lnTo>
                    <a:lnTo>
                      <a:pt x="55" y="1670"/>
                    </a:lnTo>
                    <a:lnTo>
                      <a:pt x="68" y="1617"/>
                    </a:lnTo>
                    <a:lnTo>
                      <a:pt x="82" y="1565"/>
                    </a:lnTo>
                    <a:lnTo>
                      <a:pt x="97" y="1515"/>
                    </a:lnTo>
                    <a:lnTo>
                      <a:pt x="113" y="1464"/>
                    </a:lnTo>
                    <a:lnTo>
                      <a:pt x="130" y="1415"/>
                    </a:lnTo>
                    <a:lnTo>
                      <a:pt x="150" y="1365"/>
                    </a:lnTo>
                    <a:lnTo>
                      <a:pt x="169" y="1317"/>
                    </a:lnTo>
                    <a:lnTo>
                      <a:pt x="190" y="1269"/>
                    </a:lnTo>
                    <a:lnTo>
                      <a:pt x="213" y="1221"/>
                    </a:lnTo>
                    <a:lnTo>
                      <a:pt x="235" y="1174"/>
                    </a:lnTo>
                    <a:lnTo>
                      <a:pt x="259" y="1129"/>
                    </a:lnTo>
                    <a:lnTo>
                      <a:pt x="285" y="1082"/>
                    </a:lnTo>
                    <a:lnTo>
                      <a:pt x="312" y="1039"/>
                    </a:lnTo>
                    <a:lnTo>
                      <a:pt x="340" y="993"/>
                    </a:lnTo>
                    <a:lnTo>
                      <a:pt x="369" y="950"/>
                    </a:lnTo>
                    <a:lnTo>
                      <a:pt x="398" y="908"/>
                    </a:lnTo>
                    <a:lnTo>
                      <a:pt x="428" y="866"/>
                    </a:lnTo>
                    <a:lnTo>
                      <a:pt x="459" y="824"/>
                    </a:lnTo>
                    <a:lnTo>
                      <a:pt x="493" y="784"/>
                    </a:lnTo>
                    <a:lnTo>
                      <a:pt x="525" y="746"/>
                    </a:lnTo>
                    <a:lnTo>
                      <a:pt x="560" y="707"/>
                    </a:lnTo>
                    <a:lnTo>
                      <a:pt x="596" y="668"/>
                    </a:lnTo>
                    <a:lnTo>
                      <a:pt x="631" y="631"/>
                    </a:lnTo>
                    <a:lnTo>
                      <a:pt x="668" y="596"/>
                    </a:lnTo>
                    <a:lnTo>
                      <a:pt x="707" y="560"/>
                    </a:lnTo>
                    <a:lnTo>
                      <a:pt x="746" y="525"/>
                    </a:lnTo>
                    <a:lnTo>
                      <a:pt x="784" y="493"/>
                    </a:lnTo>
                    <a:lnTo>
                      <a:pt x="824" y="459"/>
                    </a:lnTo>
                    <a:lnTo>
                      <a:pt x="866" y="428"/>
                    </a:lnTo>
                    <a:lnTo>
                      <a:pt x="908" y="398"/>
                    </a:lnTo>
                    <a:lnTo>
                      <a:pt x="950" y="369"/>
                    </a:lnTo>
                    <a:lnTo>
                      <a:pt x="993" y="340"/>
                    </a:lnTo>
                    <a:lnTo>
                      <a:pt x="1039" y="312"/>
                    </a:lnTo>
                    <a:lnTo>
                      <a:pt x="1082" y="285"/>
                    </a:lnTo>
                    <a:lnTo>
                      <a:pt x="1129" y="259"/>
                    </a:lnTo>
                    <a:lnTo>
                      <a:pt x="1174" y="235"/>
                    </a:lnTo>
                    <a:lnTo>
                      <a:pt x="1221" y="213"/>
                    </a:lnTo>
                    <a:lnTo>
                      <a:pt x="1269" y="190"/>
                    </a:lnTo>
                    <a:lnTo>
                      <a:pt x="1317" y="169"/>
                    </a:lnTo>
                    <a:lnTo>
                      <a:pt x="1365" y="150"/>
                    </a:lnTo>
                    <a:lnTo>
                      <a:pt x="1415" y="130"/>
                    </a:lnTo>
                    <a:lnTo>
                      <a:pt x="1464" y="113"/>
                    </a:lnTo>
                    <a:lnTo>
                      <a:pt x="1515" y="97"/>
                    </a:lnTo>
                    <a:lnTo>
                      <a:pt x="1565" y="82"/>
                    </a:lnTo>
                    <a:lnTo>
                      <a:pt x="1617" y="68"/>
                    </a:lnTo>
                    <a:lnTo>
                      <a:pt x="1670" y="55"/>
                    </a:lnTo>
                    <a:lnTo>
                      <a:pt x="1721" y="43"/>
                    </a:lnTo>
                    <a:lnTo>
                      <a:pt x="1774" y="34"/>
                    </a:lnTo>
                    <a:lnTo>
                      <a:pt x="1828" y="24"/>
                    </a:lnTo>
                    <a:lnTo>
                      <a:pt x="1881" y="18"/>
                    </a:lnTo>
                    <a:lnTo>
                      <a:pt x="1935" y="11"/>
                    </a:lnTo>
                    <a:lnTo>
                      <a:pt x="1990" y="6"/>
                    </a:lnTo>
                    <a:lnTo>
                      <a:pt x="2045" y="3"/>
                    </a:lnTo>
                    <a:lnTo>
                      <a:pt x="2100" y="0"/>
                    </a:lnTo>
                    <a:lnTo>
                      <a:pt x="2156" y="0"/>
                    </a:lnTo>
                    <a:lnTo>
                      <a:pt x="2156" y="0"/>
                    </a:lnTo>
                    <a:lnTo>
                      <a:pt x="2212" y="0"/>
                    </a:lnTo>
                    <a:lnTo>
                      <a:pt x="2267" y="3"/>
                    </a:lnTo>
                    <a:lnTo>
                      <a:pt x="2322" y="6"/>
                    </a:lnTo>
                    <a:lnTo>
                      <a:pt x="2377" y="11"/>
                    </a:lnTo>
                    <a:lnTo>
                      <a:pt x="2431" y="18"/>
                    </a:lnTo>
                    <a:lnTo>
                      <a:pt x="2484" y="24"/>
                    </a:lnTo>
                    <a:lnTo>
                      <a:pt x="2538" y="34"/>
                    </a:lnTo>
                    <a:lnTo>
                      <a:pt x="2591" y="43"/>
                    </a:lnTo>
                    <a:lnTo>
                      <a:pt x="2642" y="55"/>
                    </a:lnTo>
                    <a:lnTo>
                      <a:pt x="2695" y="68"/>
                    </a:lnTo>
                    <a:lnTo>
                      <a:pt x="2747" y="82"/>
                    </a:lnTo>
                    <a:lnTo>
                      <a:pt x="2797" y="97"/>
                    </a:lnTo>
                    <a:lnTo>
                      <a:pt x="2848" y="113"/>
                    </a:lnTo>
                    <a:lnTo>
                      <a:pt x="2897" y="130"/>
                    </a:lnTo>
                    <a:lnTo>
                      <a:pt x="2947" y="150"/>
                    </a:lnTo>
                    <a:lnTo>
                      <a:pt x="2995" y="169"/>
                    </a:lnTo>
                    <a:lnTo>
                      <a:pt x="3043" y="190"/>
                    </a:lnTo>
                    <a:lnTo>
                      <a:pt x="3091" y="213"/>
                    </a:lnTo>
                    <a:lnTo>
                      <a:pt x="3138" y="235"/>
                    </a:lnTo>
                    <a:lnTo>
                      <a:pt x="3183" y="259"/>
                    </a:lnTo>
                    <a:lnTo>
                      <a:pt x="3230" y="285"/>
                    </a:lnTo>
                    <a:lnTo>
                      <a:pt x="3273" y="312"/>
                    </a:lnTo>
                    <a:lnTo>
                      <a:pt x="3319" y="340"/>
                    </a:lnTo>
                    <a:lnTo>
                      <a:pt x="3362" y="369"/>
                    </a:lnTo>
                    <a:lnTo>
                      <a:pt x="3404" y="398"/>
                    </a:lnTo>
                    <a:lnTo>
                      <a:pt x="3446" y="428"/>
                    </a:lnTo>
                    <a:lnTo>
                      <a:pt x="3488" y="459"/>
                    </a:lnTo>
                    <a:lnTo>
                      <a:pt x="3528" y="493"/>
                    </a:lnTo>
                    <a:lnTo>
                      <a:pt x="3566" y="525"/>
                    </a:lnTo>
                    <a:lnTo>
                      <a:pt x="3605" y="560"/>
                    </a:lnTo>
                    <a:lnTo>
                      <a:pt x="3644" y="596"/>
                    </a:lnTo>
                    <a:lnTo>
                      <a:pt x="3681" y="631"/>
                    </a:lnTo>
                    <a:lnTo>
                      <a:pt x="3716" y="668"/>
                    </a:lnTo>
                    <a:lnTo>
                      <a:pt x="3752" y="707"/>
                    </a:lnTo>
                    <a:lnTo>
                      <a:pt x="3787" y="746"/>
                    </a:lnTo>
                    <a:lnTo>
                      <a:pt x="3819" y="784"/>
                    </a:lnTo>
                    <a:lnTo>
                      <a:pt x="3853" y="824"/>
                    </a:lnTo>
                    <a:lnTo>
                      <a:pt x="3884" y="866"/>
                    </a:lnTo>
                    <a:lnTo>
                      <a:pt x="3914" y="908"/>
                    </a:lnTo>
                    <a:lnTo>
                      <a:pt x="3943" y="950"/>
                    </a:lnTo>
                    <a:lnTo>
                      <a:pt x="3972" y="993"/>
                    </a:lnTo>
                    <a:lnTo>
                      <a:pt x="4000" y="1039"/>
                    </a:lnTo>
                    <a:lnTo>
                      <a:pt x="4027" y="1082"/>
                    </a:lnTo>
                    <a:lnTo>
                      <a:pt x="4053" y="1129"/>
                    </a:lnTo>
                    <a:lnTo>
                      <a:pt x="4077" y="1174"/>
                    </a:lnTo>
                    <a:lnTo>
                      <a:pt x="4099" y="1221"/>
                    </a:lnTo>
                    <a:lnTo>
                      <a:pt x="4122" y="1269"/>
                    </a:lnTo>
                    <a:lnTo>
                      <a:pt x="4143" y="1317"/>
                    </a:lnTo>
                    <a:lnTo>
                      <a:pt x="4162" y="1365"/>
                    </a:lnTo>
                    <a:lnTo>
                      <a:pt x="4182" y="1415"/>
                    </a:lnTo>
                    <a:lnTo>
                      <a:pt x="4199" y="1464"/>
                    </a:lnTo>
                    <a:lnTo>
                      <a:pt x="4215" y="1515"/>
                    </a:lnTo>
                    <a:lnTo>
                      <a:pt x="4230" y="1565"/>
                    </a:lnTo>
                    <a:lnTo>
                      <a:pt x="4244" y="1617"/>
                    </a:lnTo>
                    <a:lnTo>
                      <a:pt x="4257" y="1670"/>
                    </a:lnTo>
                    <a:lnTo>
                      <a:pt x="4269" y="1721"/>
                    </a:lnTo>
                    <a:lnTo>
                      <a:pt x="4278" y="1774"/>
                    </a:lnTo>
                    <a:lnTo>
                      <a:pt x="4288" y="1828"/>
                    </a:lnTo>
                    <a:lnTo>
                      <a:pt x="4294" y="1881"/>
                    </a:lnTo>
                    <a:lnTo>
                      <a:pt x="4301" y="1935"/>
                    </a:lnTo>
                    <a:lnTo>
                      <a:pt x="4306" y="1990"/>
                    </a:lnTo>
                    <a:lnTo>
                      <a:pt x="4309" y="2045"/>
                    </a:lnTo>
                    <a:lnTo>
                      <a:pt x="4312" y="2100"/>
                    </a:lnTo>
                    <a:lnTo>
                      <a:pt x="4312" y="2156"/>
                    </a:lnTo>
                    <a:lnTo>
                      <a:pt x="4312" y="2156"/>
                    </a:lnTo>
                    <a:close/>
                  </a:path>
                </a:pathLst>
              </a:custGeom>
              <a:noFill/>
              <a:ln w="6350" cmpd="sng">
                <a:solidFill>
                  <a:schemeClr val="tx1"/>
                </a:solidFill>
                <a:prstDash val="sysDot"/>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0" name="Freeform 49"/>
              <p:cNvSpPr>
                <a:spLocks/>
              </p:cNvSpPr>
              <p:nvPr/>
            </p:nvSpPr>
            <p:spPr bwMode="auto">
              <a:xfrm>
                <a:off x="3118389" y="1988089"/>
                <a:ext cx="2907222" cy="2907222"/>
              </a:xfrm>
              <a:custGeom>
                <a:avLst/>
                <a:gdLst>
                  <a:gd name="T0" fmla="*/ 5174 w 5182"/>
                  <a:gd name="T1" fmla="*/ 2791 h 5182"/>
                  <a:gd name="T2" fmla="*/ 5129 w 5182"/>
                  <a:gd name="T3" fmla="*/ 3113 h 5182"/>
                  <a:gd name="T4" fmla="*/ 5045 w 5182"/>
                  <a:gd name="T5" fmla="*/ 3422 h 5182"/>
                  <a:gd name="T6" fmla="*/ 4926 w 5182"/>
                  <a:gd name="T7" fmla="*/ 3715 h 5182"/>
                  <a:gd name="T8" fmla="*/ 4773 w 5182"/>
                  <a:gd name="T9" fmla="*/ 3987 h 5182"/>
                  <a:gd name="T10" fmla="*/ 4589 w 5182"/>
                  <a:gd name="T11" fmla="*/ 4238 h 5182"/>
                  <a:gd name="T12" fmla="*/ 4378 w 5182"/>
                  <a:gd name="T13" fmla="*/ 4467 h 5182"/>
                  <a:gd name="T14" fmla="*/ 4142 w 5182"/>
                  <a:gd name="T15" fmla="*/ 4666 h 5182"/>
                  <a:gd name="T16" fmla="*/ 3881 w 5182"/>
                  <a:gd name="T17" fmla="*/ 4839 h 5182"/>
                  <a:gd name="T18" fmla="*/ 3599 w 5182"/>
                  <a:gd name="T19" fmla="*/ 4977 h 5182"/>
                  <a:gd name="T20" fmla="*/ 3299 w 5182"/>
                  <a:gd name="T21" fmla="*/ 5083 h 5182"/>
                  <a:gd name="T22" fmla="*/ 2985 w 5182"/>
                  <a:gd name="T23" fmla="*/ 5151 h 5182"/>
                  <a:gd name="T24" fmla="*/ 2659 w 5182"/>
                  <a:gd name="T25" fmla="*/ 5180 h 5182"/>
                  <a:gd name="T26" fmla="*/ 2391 w 5182"/>
                  <a:gd name="T27" fmla="*/ 5174 h 5182"/>
                  <a:gd name="T28" fmla="*/ 2069 w 5182"/>
                  <a:gd name="T29" fmla="*/ 5129 h 5182"/>
                  <a:gd name="T30" fmla="*/ 1760 w 5182"/>
                  <a:gd name="T31" fmla="*/ 5045 h 5182"/>
                  <a:gd name="T32" fmla="*/ 1467 w 5182"/>
                  <a:gd name="T33" fmla="*/ 4926 h 5182"/>
                  <a:gd name="T34" fmla="*/ 1195 w 5182"/>
                  <a:gd name="T35" fmla="*/ 4773 h 5182"/>
                  <a:gd name="T36" fmla="*/ 944 w 5182"/>
                  <a:gd name="T37" fmla="*/ 4589 h 5182"/>
                  <a:gd name="T38" fmla="*/ 715 w 5182"/>
                  <a:gd name="T39" fmla="*/ 4378 h 5182"/>
                  <a:gd name="T40" fmla="*/ 516 w 5182"/>
                  <a:gd name="T41" fmla="*/ 4142 h 5182"/>
                  <a:gd name="T42" fmla="*/ 343 w 5182"/>
                  <a:gd name="T43" fmla="*/ 3881 h 5182"/>
                  <a:gd name="T44" fmla="*/ 205 w 5182"/>
                  <a:gd name="T45" fmla="*/ 3599 h 5182"/>
                  <a:gd name="T46" fmla="*/ 99 w 5182"/>
                  <a:gd name="T47" fmla="*/ 3299 h 5182"/>
                  <a:gd name="T48" fmla="*/ 31 w 5182"/>
                  <a:gd name="T49" fmla="*/ 2985 h 5182"/>
                  <a:gd name="T50" fmla="*/ 2 w 5182"/>
                  <a:gd name="T51" fmla="*/ 2659 h 5182"/>
                  <a:gd name="T52" fmla="*/ 8 w 5182"/>
                  <a:gd name="T53" fmla="*/ 2391 h 5182"/>
                  <a:gd name="T54" fmla="*/ 53 w 5182"/>
                  <a:gd name="T55" fmla="*/ 2069 h 5182"/>
                  <a:gd name="T56" fmla="*/ 137 w 5182"/>
                  <a:gd name="T57" fmla="*/ 1760 h 5182"/>
                  <a:gd name="T58" fmla="*/ 256 w 5182"/>
                  <a:gd name="T59" fmla="*/ 1467 h 5182"/>
                  <a:gd name="T60" fmla="*/ 409 w 5182"/>
                  <a:gd name="T61" fmla="*/ 1195 h 5182"/>
                  <a:gd name="T62" fmla="*/ 593 w 5182"/>
                  <a:gd name="T63" fmla="*/ 944 h 5182"/>
                  <a:gd name="T64" fmla="*/ 804 w 5182"/>
                  <a:gd name="T65" fmla="*/ 715 h 5182"/>
                  <a:gd name="T66" fmla="*/ 1040 w 5182"/>
                  <a:gd name="T67" fmla="*/ 516 h 5182"/>
                  <a:gd name="T68" fmla="*/ 1301 w 5182"/>
                  <a:gd name="T69" fmla="*/ 343 h 5182"/>
                  <a:gd name="T70" fmla="*/ 1583 w 5182"/>
                  <a:gd name="T71" fmla="*/ 205 h 5182"/>
                  <a:gd name="T72" fmla="*/ 1883 w 5182"/>
                  <a:gd name="T73" fmla="*/ 99 h 5182"/>
                  <a:gd name="T74" fmla="*/ 2197 w 5182"/>
                  <a:gd name="T75" fmla="*/ 31 h 5182"/>
                  <a:gd name="T76" fmla="*/ 2523 w 5182"/>
                  <a:gd name="T77" fmla="*/ 2 h 5182"/>
                  <a:gd name="T78" fmla="*/ 2791 w 5182"/>
                  <a:gd name="T79" fmla="*/ 8 h 5182"/>
                  <a:gd name="T80" fmla="*/ 3113 w 5182"/>
                  <a:gd name="T81" fmla="*/ 53 h 5182"/>
                  <a:gd name="T82" fmla="*/ 3422 w 5182"/>
                  <a:gd name="T83" fmla="*/ 137 h 5182"/>
                  <a:gd name="T84" fmla="*/ 3715 w 5182"/>
                  <a:gd name="T85" fmla="*/ 256 h 5182"/>
                  <a:gd name="T86" fmla="*/ 3987 w 5182"/>
                  <a:gd name="T87" fmla="*/ 409 h 5182"/>
                  <a:gd name="T88" fmla="*/ 4238 w 5182"/>
                  <a:gd name="T89" fmla="*/ 593 h 5182"/>
                  <a:gd name="T90" fmla="*/ 4467 w 5182"/>
                  <a:gd name="T91" fmla="*/ 804 h 5182"/>
                  <a:gd name="T92" fmla="*/ 4666 w 5182"/>
                  <a:gd name="T93" fmla="*/ 1040 h 5182"/>
                  <a:gd name="T94" fmla="*/ 4839 w 5182"/>
                  <a:gd name="T95" fmla="*/ 1301 h 5182"/>
                  <a:gd name="T96" fmla="*/ 4977 w 5182"/>
                  <a:gd name="T97" fmla="*/ 1583 h 5182"/>
                  <a:gd name="T98" fmla="*/ 5083 w 5182"/>
                  <a:gd name="T99" fmla="*/ 1883 h 5182"/>
                  <a:gd name="T100" fmla="*/ 5151 w 5182"/>
                  <a:gd name="T101" fmla="*/ 2197 h 5182"/>
                  <a:gd name="T102" fmla="*/ 5180 w 5182"/>
                  <a:gd name="T103" fmla="*/ 2523 h 5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182" h="5182">
                    <a:moveTo>
                      <a:pt x="5182" y="2591"/>
                    </a:moveTo>
                    <a:lnTo>
                      <a:pt x="5182" y="2591"/>
                    </a:lnTo>
                    <a:lnTo>
                      <a:pt x="5180" y="2659"/>
                    </a:lnTo>
                    <a:lnTo>
                      <a:pt x="5178" y="2725"/>
                    </a:lnTo>
                    <a:lnTo>
                      <a:pt x="5174" y="2791"/>
                    </a:lnTo>
                    <a:lnTo>
                      <a:pt x="5169" y="2855"/>
                    </a:lnTo>
                    <a:lnTo>
                      <a:pt x="5161" y="2921"/>
                    </a:lnTo>
                    <a:lnTo>
                      <a:pt x="5151" y="2985"/>
                    </a:lnTo>
                    <a:lnTo>
                      <a:pt x="5141" y="3050"/>
                    </a:lnTo>
                    <a:lnTo>
                      <a:pt x="5129" y="3113"/>
                    </a:lnTo>
                    <a:lnTo>
                      <a:pt x="5116" y="3175"/>
                    </a:lnTo>
                    <a:lnTo>
                      <a:pt x="5100" y="3238"/>
                    </a:lnTo>
                    <a:lnTo>
                      <a:pt x="5083" y="3299"/>
                    </a:lnTo>
                    <a:lnTo>
                      <a:pt x="5066" y="3361"/>
                    </a:lnTo>
                    <a:lnTo>
                      <a:pt x="5045" y="3422"/>
                    </a:lnTo>
                    <a:lnTo>
                      <a:pt x="5024" y="3481"/>
                    </a:lnTo>
                    <a:lnTo>
                      <a:pt x="5001" y="3541"/>
                    </a:lnTo>
                    <a:lnTo>
                      <a:pt x="4977" y="3599"/>
                    </a:lnTo>
                    <a:lnTo>
                      <a:pt x="4953" y="3657"/>
                    </a:lnTo>
                    <a:lnTo>
                      <a:pt x="4926" y="3715"/>
                    </a:lnTo>
                    <a:lnTo>
                      <a:pt x="4898" y="3770"/>
                    </a:lnTo>
                    <a:lnTo>
                      <a:pt x="4869" y="3826"/>
                    </a:lnTo>
                    <a:lnTo>
                      <a:pt x="4839" y="3881"/>
                    </a:lnTo>
                    <a:lnTo>
                      <a:pt x="4807" y="3934"/>
                    </a:lnTo>
                    <a:lnTo>
                      <a:pt x="4773" y="3987"/>
                    </a:lnTo>
                    <a:lnTo>
                      <a:pt x="4739" y="4040"/>
                    </a:lnTo>
                    <a:lnTo>
                      <a:pt x="4704" y="4090"/>
                    </a:lnTo>
                    <a:lnTo>
                      <a:pt x="4666" y="4142"/>
                    </a:lnTo>
                    <a:lnTo>
                      <a:pt x="4629" y="4190"/>
                    </a:lnTo>
                    <a:lnTo>
                      <a:pt x="4589" y="4238"/>
                    </a:lnTo>
                    <a:lnTo>
                      <a:pt x="4551" y="4286"/>
                    </a:lnTo>
                    <a:lnTo>
                      <a:pt x="4509" y="4333"/>
                    </a:lnTo>
                    <a:lnTo>
                      <a:pt x="4467" y="4378"/>
                    </a:lnTo>
                    <a:lnTo>
                      <a:pt x="4423" y="4423"/>
                    </a:lnTo>
                    <a:lnTo>
                      <a:pt x="4378" y="4467"/>
                    </a:lnTo>
                    <a:lnTo>
                      <a:pt x="4333" y="4509"/>
                    </a:lnTo>
                    <a:lnTo>
                      <a:pt x="4286" y="4551"/>
                    </a:lnTo>
                    <a:lnTo>
                      <a:pt x="4238" y="4589"/>
                    </a:lnTo>
                    <a:lnTo>
                      <a:pt x="4190" y="4629"/>
                    </a:lnTo>
                    <a:lnTo>
                      <a:pt x="4142" y="4666"/>
                    </a:lnTo>
                    <a:lnTo>
                      <a:pt x="4090" y="4704"/>
                    </a:lnTo>
                    <a:lnTo>
                      <a:pt x="4040" y="4739"/>
                    </a:lnTo>
                    <a:lnTo>
                      <a:pt x="3987" y="4773"/>
                    </a:lnTo>
                    <a:lnTo>
                      <a:pt x="3934" y="4807"/>
                    </a:lnTo>
                    <a:lnTo>
                      <a:pt x="3881" y="4839"/>
                    </a:lnTo>
                    <a:lnTo>
                      <a:pt x="3826" y="4869"/>
                    </a:lnTo>
                    <a:lnTo>
                      <a:pt x="3770" y="4898"/>
                    </a:lnTo>
                    <a:lnTo>
                      <a:pt x="3715" y="4926"/>
                    </a:lnTo>
                    <a:lnTo>
                      <a:pt x="3657" y="4953"/>
                    </a:lnTo>
                    <a:lnTo>
                      <a:pt x="3599" y="4977"/>
                    </a:lnTo>
                    <a:lnTo>
                      <a:pt x="3541" y="5001"/>
                    </a:lnTo>
                    <a:lnTo>
                      <a:pt x="3481" y="5024"/>
                    </a:lnTo>
                    <a:lnTo>
                      <a:pt x="3422" y="5045"/>
                    </a:lnTo>
                    <a:lnTo>
                      <a:pt x="3361" y="5066"/>
                    </a:lnTo>
                    <a:lnTo>
                      <a:pt x="3299" y="5083"/>
                    </a:lnTo>
                    <a:lnTo>
                      <a:pt x="3238" y="5100"/>
                    </a:lnTo>
                    <a:lnTo>
                      <a:pt x="3175" y="5116"/>
                    </a:lnTo>
                    <a:lnTo>
                      <a:pt x="3113" y="5129"/>
                    </a:lnTo>
                    <a:lnTo>
                      <a:pt x="3050" y="5141"/>
                    </a:lnTo>
                    <a:lnTo>
                      <a:pt x="2985" y="5151"/>
                    </a:lnTo>
                    <a:lnTo>
                      <a:pt x="2921" y="5161"/>
                    </a:lnTo>
                    <a:lnTo>
                      <a:pt x="2855" y="5169"/>
                    </a:lnTo>
                    <a:lnTo>
                      <a:pt x="2791" y="5174"/>
                    </a:lnTo>
                    <a:lnTo>
                      <a:pt x="2725" y="5178"/>
                    </a:lnTo>
                    <a:lnTo>
                      <a:pt x="2659" y="5180"/>
                    </a:lnTo>
                    <a:lnTo>
                      <a:pt x="2591" y="5182"/>
                    </a:lnTo>
                    <a:lnTo>
                      <a:pt x="2591" y="5182"/>
                    </a:lnTo>
                    <a:lnTo>
                      <a:pt x="2523" y="5180"/>
                    </a:lnTo>
                    <a:lnTo>
                      <a:pt x="2457" y="5178"/>
                    </a:lnTo>
                    <a:lnTo>
                      <a:pt x="2391" y="5174"/>
                    </a:lnTo>
                    <a:lnTo>
                      <a:pt x="2327" y="5169"/>
                    </a:lnTo>
                    <a:lnTo>
                      <a:pt x="2261" y="5161"/>
                    </a:lnTo>
                    <a:lnTo>
                      <a:pt x="2197" y="5151"/>
                    </a:lnTo>
                    <a:lnTo>
                      <a:pt x="2132" y="5141"/>
                    </a:lnTo>
                    <a:lnTo>
                      <a:pt x="2069" y="5129"/>
                    </a:lnTo>
                    <a:lnTo>
                      <a:pt x="2007" y="5116"/>
                    </a:lnTo>
                    <a:lnTo>
                      <a:pt x="1944" y="5100"/>
                    </a:lnTo>
                    <a:lnTo>
                      <a:pt x="1883" y="5083"/>
                    </a:lnTo>
                    <a:lnTo>
                      <a:pt x="1821" y="5066"/>
                    </a:lnTo>
                    <a:lnTo>
                      <a:pt x="1760" y="5045"/>
                    </a:lnTo>
                    <a:lnTo>
                      <a:pt x="1701" y="5024"/>
                    </a:lnTo>
                    <a:lnTo>
                      <a:pt x="1641" y="5001"/>
                    </a:lnTo>
                    <a:lnTo>
                      <a:pt x="1583" y="4977"/>
                    </a:lnTo>
                    <a:lnTo>
                      <a:pt x="1525" y="4953"/>
                    </a:lnTo>
                    <a:lnTo>
                      <a:pt x="1467" y="4926"/>
                    </a:lnTo>
                    <a:lnTo>
                      <a:pt x="1412" y="4898"/>
                    </a:lnTo>
                    <a:lnTo>
                      <a:pt x="1356" y="4869"/>
                    </a:lnTo>
                    <a:lnTo>
                      <a:pt x="1301" y="4839"/>
                    </a:lnTo>
                    <a:lnTo>
                      <a:pt x="1248" y="4807"/>
                    </a:lnTo>
                    <a:lnTo>
                      <a:pt x="1195" y="4773"/>
                    </a:lnTo>
                    <a:lnTo>
                      <a:pt x="1142" y="4739"/>
                    </a:lnTo>
                    <a:lnTo>
                      <a:pt x="1092" y="4704"/>
                    </a:lnTo>
                    <a:lnTo>
                      <a:pt x="1040" y="4666"/>
                    </a:lnTo>
                    <a:lnTo>
                      <a:pt x="992" y="4629"/>
                    </a:lnTo>
                    <a:lnTo>
                      <a:pt x="944" y="4589"/>
                    </a:lnTo>
                    <a:lnTo>
                      <a:pt x="896" y="4551"/>
                    </a:lnTo>
                    <a:lnTo>
                      <a:pt x="849" y="4509"/>
                    </a:lnTo>
                    <a:lnTo>
                      <a:pt x="804" y="4467"/>
                    </a:lnTo>
                    <a:lnTo>
                      <a:pt x="759" y="4423"/>
                    </a:lnTo>
                    <a:lnTo>
                      <a:pt x="715" y="4378"/>
                    </a:lnTo>
                    <a:lnTo>
                      <a:pt x="673" y="4333"/>
                    </a:lnTo>
                    <a:lnTo>
                      <a:pt x="631" y="4286"/>
                    </a:lnTo>
                    <a:lnTo>
                      <a:pt x="593" y="4238"/>
                    </a:lnTo>
                    <a:lnTo>
                      <a:pt x="553" y="4190"/>
                    </a:lnTo>
                    <a:lnTo>
                      <a:pt x="516" y="4142"/>
                    </a:lnTo>
                    <a:lnTo>
                      <a:pt x="478" y="4090"/>
                    </a:lnTo>
                    <a:lnTo>
                      <a:pt x="443" y="4040"/>
                    </a:lnTo>
                    <a:lnTo>
                      <a:pt x="409" y="3987"/>
                    </a:lnTo>
                    <a:lnTo>
                      <a:pt x="375" y="3934"/>
                    </a:lnTo>
                    <a:lnTo>
                      <a:pt x="343" y="3881"/>
                    </a:lnTo>
                    <a:lnTo>
                      <a:pt x="313" y="3826"/>
                    </a:lnTo>
                    <a:lnTo>
                      <a:pt x="284" y="3770"/>
                    </a:lnTo>
                    <a:lnTo>
                      <a:pt x="256" y="3715"/>
                    </a:lnTo>
                    <a:lnTo>
                      <a:pt x="229" y="3657"/>
                    </a:lnTo>
                    <a:lnTo>
                      <a:pt x="205" y="3599"/>
                    </a:lnTo>
                    <a:lnTo>
                      <a:pt x="181" y="3541"/>
                    </a:lnTo>
                    <a:lnTo>
                      <a:pt x="158" y="3481"/>
                    </a:lnTo>
                    <a:lnTo>
                      <a:pt x="137" y="3422"/>
                    </a:lnTo>
                    <a:lnTo>
                      <a:pt x="116" y="3361"/>
                    </a:lnTo>
                    <a:lnTo>
                      <a:pt x="99" y="3299"/>
                    </a:lnTo>
                    <a:lnTo>
                      <a:pt x="82" y="3238"/>
                    </a:lnTo>
                    <a:lnTo>
                      <a:pt x="66" y="3175"/>
                    </a:lnTo>
                    <a:lnTo>
                      <a:pt x="53" y="3113"/>
                    </a:lnTo>
                    <a:lnTo>
                      <a:pt x="41" y="3050"/>
                    </a:lnTo>
                    <a:lnTo>
                      <a:pt x="31" y="2985"/>
                    </a:lnTo>
                    <a:lnTo>
                      <a:pt x="21" y="2921"/>
                    </a:lnTo>
                    <a:lnTo>
                      <a:pt x="13" y="2855"/>
                    </a:lnTo>
                    <a:lnTo>
                      <a:pt x="8" y="2791"/>
                    </a:lnTo>
                    <a:lnTo>
                      <a:pt x="4" y="2725"/>
                    </a:lnTo>
                    <a:lnTo>
                      <a:pt x="2" y="2659"/>
                    </a:lnTo>
                    <a:lnTo>
                      <a:pt x="0" y="2591"/>
                    </a:lnTo>
                    <a:lnTo>
                      <a:pt x="0" y="2591"/>
                    </a:lnTo>
                    <a:lnTo>
                      <a:pt x="2" y="2523"/>
                    </a:lnTo>
                    <a:lnTo>
                      <a:pt x="4" y="2457"/>
                    </a:lnTo>
                    <a:lnTo>
                      <a:pt x="8" y="2391"/>
                    </a:lnTo>
                    <a:lnTo>
                      <a:pt x="13" y="2327"/>
                    </a:lnTo>
                    <a:lnTo>
                      <a:pt x="21" y="2261"/>
                    </a:lnTo>
                    <a:lnTo>
                      <a:pt x="31" y="2197"/>
                    </a:lnTo>
                    <a:lnTo>
                      <a:pt x="41" y="2132"/>
                    </a:lnTo>
                    <a:lnTo>
                      <a:pt x="53" y="2069"/>
                    </a:lnTo>
                    <a:lnTo>
                      <a:pt x="66" y="2007"/>
                    </a:lnTo>
                    <a:lnTo>
                      <a:pt x="82" y="1944"/>
                    </a:lnTo>
                    <a:lnTo>
                      <a:pt x="99" y="1883"/>
                    </a:lnTo>
                    <a:lnTo>
                      <a:pt x="116" y="1821"/>
                    </a:lnTo>
                    <a:lnTo>
                      <a:pt x="137" y="1760"/>
                    </a:lnTo>
                    <a:lnTo>
                      <a:pt x="158" y="1701"/>
                    </a:lnTo>
                    <a:lnTo>
                      <a:pt x="181" y="1641"/>
                    </a:lnTo>
                    <a:lnTo>
                      <a:pt x="205" y="1583"/>
                    </a:lnTo>
                    <a:lnTo>
                      <a:pt x="229" y="1525"/>
                    </a:lnTo>
                    <a:lnTo>
                      <a:pt x="256" y="1467"/>
                    </a:lnTo>
                    <a:lnTo>
                      <a:pt x="284" y="1412"/>
                    </a:lnTo>
                    <a:lnTo>
                      <a:pt x="313" y="1356"/>
                    </a:lnTo>
                    <a:lnTo>
                      <a:pt x="343" y="1301"/>
                    </a:lnTo>
                    <a:lnTo>
                      <a:pt x="375" y="1248"/>
                    </a:lnTo>
                    <a:lnTo>
                      <a:pt x="409" y="1195"/>
                    </a:lnTo>
                    <a:lnTo>
                      <a:pt x="443" y="1142"/>
                    </a:lnTo>
                    <a:lnTo>
                      <a:pt x="478" y="1092"/>
                    </a:lnTo>
                    <a:lnTo>
                      <a:pt x="516" y="1040"/>
                    </a:lnTo>
                    <a:lnTo>
                      <a:pt x="553" y="992"/>
                    </a:lnTo>
                    <a:lnTo>
                      <a:pt x="593" y="944"/>
                    </a:lnTo>
                    <a:lnTo>
                      <a:pt x="631" y="896"/>
                    </a:lnTo>
                    <a:lnTo>
                      <a:pt x="673" y="849"/>
                    </a:lnTo>
                    <a:lnTo>
                      <a:pt x="715" y="804"/>
                    </a:lnTo>
                    <a:lnTo>
                      <a:pt x="759" y="759"/>
                    </a:lnTo>
                    <a:lnTo>
                      <a:pt x="804" y="715"/>
                    </a:lnTo>
                    <a:lnTo>
                      <a:pt x="849" y="673"/>
                    </a:lnTo>
                    <a:lnTo>
                      <a:pt x="896" y="631"/>
                    </a:lnTo>
                    <a:lnTo>
                      <a:pt x="944" y="593"/>
                    </a:lnTo>
                    <a:lnTo>
                      <a:pt x="992" y="553"/>
                    </a:lnTo>
                    <a:lnTo>
                      <a:pt x="1040" y="516"/>
                    </a:lnTo>
                    <a:lnTo>
                      <a:pt x="1092" y="478"/>
                    </a:lnTo>
                    <a:lnTo>
                      <a:pt x="1142" y="443"/>
                    </a:lnTo>
                    <a:lnTo>
                      <a:pt x="1195" y="409"/>
                    </a:lnTo>
                    <a:lnTo>
                      <a:pt x="1248" y="375"/>
                    </a:lnTo>
                    <a:lnTo>
                      <a:pt x="1301" y="343"/>
                    </a:lnTo>
                    <a:lnTo>
                      <a:pt x="1356" y="313"/>
                    </a:lnTo>
                    <a:lnTo>
                      <a:pt x="1412" y="284"/>
                    </a:lnTo>
                    <a:lnTo>
                      <a:pt x="1467" y="256"/>
                    </a:lnTo>
                    <a:lnTo>
                      <a:pt x="1525" y="229"/>
                    </a:lnTo>
                    <a:lnTo>
                      <a:pt x="1583" y="205"/>
                    </a:lnTo>
                    <a:lnTo>
                      <a:pt x="1641" y="181"/>
                    </a:lnTo>
                    <a:lnTo>
                      <a:pt x="1701" y="158"/>
                    </a:lnTo>
                    <a:lnTo>
                      <a:pt x="1760" y="137"/>
                    </a:lnTo>
                    <a:lnTo>
                      <a:pt x="1821" y="116"/>
                    </a:lnTo>
                    <a:lnTo>
                      <a:pt x="1883" y="99"/>
                    </a:lnTo>
                    <a:lnTo>
                      <a:pt x="1944" y="82"/>
                    </a:lnTo>
                    <a:lnTo>
                      <a:pt x="2007" y="66"/>
                    </a:lnTo>
                    <a:lnTo>
                      <a:pt x="2069" y="53"/>
                    </a:lnTo>
                    <a:lnTo>
                      <a:pt x="2132" y="41"/>
                    </a:lnTo>
                    <a:lnTo>
                      <a:pt x="2197" y="31"/>
                    </a:lnTo>
                    <a:lnTo>
                      <a:pt x="2261" y="21"/>
                    </a:lnTo>
                    <a:lnTo>
                      <a:pt x="2327" y="13"/>
                    </a:lnTo>
                    <a:lnTo>
                      <a:pt x="2391" y="8"/>
                    </a:lnTo>
                    <a:lnTo>
                      <a:pt x="2457" y="4"/>
                    </a:lnTo>
                    <a:lnTo>
                      <a:pt x="2523" y="2"/>
                    </a:lnTo>
                    <a:lnTo>
                      <a:pt x="2591" y="0"/>
                    </a:lnTo>
                    <a:lnTo>
                      <a:pt x="2591" y="0"/>
                    </a:lnTo>
                    <a:lnTo>
                      <a:pt x="2659" y="2"/>
                    </a:lnTo>
                    <a:lnTo>
                      <a:pt x="2725" y="4"/>
                    </a:lnTo>
                    <a:lnTo>
                      <a:pt x="2791" y="8"/>
                    </a:lnTo>
                    <a:lnTo>
                      <a:pt x="2855" y="13"/>
                    </a:lnTo>
                    <a:lnTo>
                      <a:pt x="2921" y="21"/>
                    </a:lnTo>
                    <a:lnTo>
                      <a:pt x="2985" y="31"/>
                    </a:lnTo>
                    <a:lnTo>
                      <a:pt x="3050" y="41"/>
                    </a:lnTo>
                    <a:lnTo>
                      <a:pt x="3113" y="53"/>
                    </a:lnTo>
                    <a:lnTo>
                      <a:pt x="3175" y="66"/>
                    </a:lnTo>
                    <a:lnTo>
                      <a:pt x="3238" y="82"/>
                    </a:lnTo>
                    <a:lnTo>
                      <a:pt x="3299" y="99"/>
                    </a:lnTo>
                    <a:lnTo>
                      <a:pt x="3361" y="116"/>
                    </a:lnTo>
                    <a:lnTo>
                      <a:pt x="3422" y="137"/>
                    </a:lnTo>
                    <a:lnTo>
                      <a:pt x="3481" y="158"/>
                    </a:lnTo>
                    <a:lnTo>
                      <a:pt x="3541" y="181"/>
                    </a:lnTo>
                    <a:lnTo>
                      <a:pt x="3599" y="205"/>
                    </a:lnTo>
                    <a:lnTo>
                      <a:pt x="3657" y="229"/>
                    </a:lnTo>
                    <a:lnTo>
                      <a:pt x="3715" y="256"/>
                    </a:lnTo>
                    <a:lnTo>
                      <a:pt x="3770" y="284"/>
                    </a:lnTo>
                    <a:lnTo>
                      <a:pt x="3826" y="313"/>
                    </a:lnTo>
                    <a:lnTo>
                      <a:pt x="3881" y="343"/>
                    </a:lnTo>
                    <a:lnTo>
                      <a:pt x="3934" y="375"/>
                    </a:lnTo>
                    <a:lnTo>
                      <a:pt x="3987" y="409"/>
                    </a:lnTo>
                    <a:lnTo>
                      <a:pt x="4040" y="443"/>
                    </a:lnTo>
                    <a:lnTo>
                      <a:pt x="4090" y="478"/>
                    </a:lnTo>
                    <a:lnTo>
                      <a:pt x="4142" y="516"/>
                    </a:lnTo>
                    <a:lnTo>
                      <a:pt x="4190" y="553"/>
                    </a:lnTo>
                    <a:lnTo>
                      <a:pt x="4238" y="593"/>
                    </a:lnTo>
                    <a:lnTo>
                      <a:pt x="4286" y="631"/>
                    </a:lnTo>
                    <a:lnTo>
                      <a:pt x="4333" y="673"/>
                    </a:lnTo>
                    <a:lnTo>
                      <a:pt x="4378" y="715"/>
                    </a:lnTo>
                    <a:lnTo>
                      <a:pt x="4423" y="759"/>
                    </a:lnTo>
                    <a:lnTo>
                      <a:pt x="4467" y="804"/>
                    </a:lnTo>
                    <a:lnTo>
                      <a:pt x="4509" y="849"/>
                    </a:lnTo>
                    <a:lnTo>
                      <a:pt x="4551" y="896"/>
                    </a:lnTo>
                    <a:lnTo>
                      <a:pt x="4589" y="944"/>
                    </a:lnTo>
                    <a:lnTo>
                      <a:pt x="4629" y="992"/>
                    </a:lnTo>
                    <a:lnTo>
                      <a:pt x="4666" y="1040"/>
                    </a:lnTo>
                    <a:lnTo>
                      <a:pt x="4704" y="1092"/>
                    </a:lnTo>
                    <a:lnTo>
                      <a:pt x="4739" y="1142"/>
                    </a:lnTo>
                    <a:lnTo>
                      <a:pt x="4773" y="1195"/>
                    </a:lnTo>
                    <a:lnTo>
                      <a:pt x="4807" y="1248"/>
                    </a:lnTo>
                    <a:lnTo>
                      <a:pt x="4839" y="1301"/>
                    </a:lnTo>
                    <a:lnTo>
                      <a:pt x="4869" y="1356"/>
                    </a:lnTo>
                    <a:lnTo>
                      <a:pt x="4898" y="1412"/>
                    </a:lnTo>
                    <a:lnTo>
                      <a:pt x="4926" y="1467"/>
                    </a:lnTo>
                    <a:lnTo>
                      <a:pt x="4953" y="1525"/>
                    </a:lnTo>
                    <a:lnTo>
                      <a:pt x="4977" y="1583"/>
                    </a:lnTo>
                    <a:lnTo>
                      <a:pt x="5001" y="1641"/>
                    </a:lnTo>
                    <a:lnTo>
                      <a:pt x="5024" y="1701"/>
                    </a:lnTo>
                    <a:lnTo>
                      <a:pt x="5045" y="1760"/>
                    </a:lnTo>
                    <a:lnTo>
                      <a:pt x="5066" y="1821"/>
                    </a:lnTo>
                    <a:lnTo>
                      <a:pt x="5083" y="1883"/>
                    </a:lnTo>
                    <a:lnTo>
                      <a:pt x="5100" y="1944"/>
                    </a:lnTo>
                    <a:lnTo>
                      <a:pt x="5116" y="2007"/>
                    </a:lnTo>
                    <a:lnTo>
                      <a:pt x="5129" y="2069"/>
                    </a:lnTo>
                    <a:lnTo>
                      <a:pt x="5141" y="2132"/>
                    </a:lnTo>
                    <a:lnTo>
                      <a:pt x="5151" y="2197"/>
                    </a:lnTo>
                    <a:lnTo>
                      <a:pt x="5161" y="2261"/>
                    </a:lnTo>
                    <a:lnTo>
                      <a:pt x="5169" y="2327"/>
                    </a:lnTo>
                    <a:lnTo>
                      <a:pt x="5174" y="2391"/>
                    </a:lnTo>
                    <a:lnTo>
                      <a:pt x="5178" y="2457"/>
                    </a:lnTo>
                    <a:lnTo>
                      <a:pt x="5180" y="2523"/>
                    </a:lnTo>
                    <a:lnTo>
                      <a:pt x="5182" y="2591"/>
                    </a:lnTo>
                    <a:lnTo>
                      <a:pt x="5182" y="2591"/>
                    </a:lnTo>
                    <a:close/>
                  </a:path>
                </a:pathLst>
              </a:custGeom>
              <a:noFill/>
              <a:ln w="6350" cmpd="sng">
                <a:solidFill>
                  <a:schemeClr val="tx1"/>
                </a:solidFill>
                <a:prstDash val="sysDot"/>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1" name="Freeform 50"/>
              <p:cNvSpPr>
                <a:spLocks/>
              </p:cNvSpPr>
              <p:nvPr/>
            </p:nvSpPr>
            <p:spPr bwMode="auto">
              <a:xfrm>
                <a:off x="2877056" y="1746756"/>
                <a:ext cx="3389888" cy="3389888"/>
              </a:xfrm>
              <a:custGeom>
                <a:avLst/>
                <a:gdLst>
                  <a:gd name="T0" fmla="*/ 6028 w 6038"/>
                  <a:gd name="T1" fmla="*/ 3251 h 6038"/>
                  <a:gd name="T2" fmla="*/ 5977 w 6038"/>
                  <a:gd name="T3" fmla="*/ 3628 h 6038"/>
                  <a:gd name="T4" fmla="*/ 5879 w 6038"/>
                  <a:gd name="T5" fmla="*/ 3987 h 6038"/>
                  <a:gd name="T6" fmla="*/ 5740 w 6038"/>
                  <a:gd name="T7" fmla="*/ 4328 h 6038"/>
                  <a:gd name="T8" fmla="*/ 5561 w 6038"/>
                  <a:gd name="T9" fmla="*/ 4645 h 6038"/>
                  <a:gd name="T10" fmla="*/ 5349 w 6038"/>
                  <a:gd name="T11" fmla="*/ 4938 h 6038"/>
                  <a:gd name="T12" fmla="*/ 5101 w 6038"/>
                  <a:gd name="T13" fmla="*/ 5204 h 6038"/>
                  <a:gd name="T14" fmla="*/ 4826 w 6038"/>
                  <a:gd name="T15" fmla="*/ 5437 h 6038"/>
                  <a:gd name="T16" fmla="*/ 4521 w 6038"/>
                  <a:gd name="T17" fmla="*/ 5637 h 6038"/>
                  <a:gd name="T18" fmla="*/ 4194 w 6038"/>
                  <a:gd name="T19" fmla="*/ 5800 h 6038"/>
                  <a:gd name="T20" fmla="*/ 3845 w 6038"/>
                  <a:gd name="T21" fmla="*/ 5922 h 6038"/>
                  <a:gd name="T22" fmla="*/ 3478 w 6038"/>
                  <a:gd name="T23" fmla="*/ 6003 h 6038"/>
                  <a:gd name="T24" fmla="*/ 3096 w 6038"/>
                  <a:gd name="T25" fmla="*/ 6036 h 6038"/>
                  <a:gd name="T26" fmla="*/ 2787 w 6038"/>
                  <a:gd name="T27" fmla="*/ 6028 h 6038"/>
                  <a:gd name="T28" fmla="*/ 2410 w 6038"/>
                  <a:gd name="T29" fmla="*/ 5977 h 6038"/>
                  <a:gd name="T30" fmla="*/ 2051 w 6038"/>
                  <a:gd name="T31" fmla="*/ 5879 h 6038"/>
                  <a:gd name="T32" fmla="*/ 1710 w 6038"/>
                  <a:gd name="T33" fmla="*/ 5740 h 6038"/>
                  <a:gd name="T34" fmla="*/ 1393 w 6038"/>
                  <a:gd name="T35" fmla="*/ 5561 h 6038"/>
                  <a:gd name="T36" fmla="*/ 1100 w 6038"/>
                  <a:gd name="T37" fmla="*/ 5349 h 6038"/>
                  <a:gd name="T38" fmla="*/ 834 w 6038"/>
                  <a:gd name="T39" fmla="*/ 5101 h 6038"/>
                  <a:gd name="T40" fmla="*/ 601 w 6038"/>
                  <a:gd name="T41" fmla="*/ 4826 h 6038"/>
                  <a:gd name="T42" fmla="*/ 401 w 6038"/>
                  <a:gd name="T43" fmla="*/ 4521 h 6038"/>
                  <a:gd name="T44" fmla="*/ 238 w 6038"/>
                  <a:gd name="T45" fmla="*/ 4194 h 6038"/>
                  <a:gd name="T46" fmla="*/ 116 w 6038"/>
                  <a:gd name="T47" fmla="*/ 3845 h 6038"/>
                  <a:gd name="T48" fmla="*/ 35 w 6038"/>
                  <a:gd name="T49" fmla="*/ 3478 h 6038"/>
                  <a:gd name="T50" fmla="*/ 2 w 6038"/>
                  <a:gd name="T51" fmla="*/ 3096 h 6038"/>
                  <a:gd name="T52" fmla="*/ 10 w 6038"/>
                  <a:gd name="T53" fmla="*/ 2787 h 6038"/>
                  <a:gd name="T54" fmla="*/ 61 w 6038"/>
                  <a:gd name="T55" fmla="*/ 2410 h 6038"/>
                  <a:gd name="T56" fmla="*/ 159 w 6038"/>
                  <a:gd name="T57" fmla="*/ 2051 h 6038"/>
                  <a:gd name="T58" fmla="*/ 298 w 6038"/>
                  <a:gd name="T59" fmla="*/ 1710 h 6038"/>
                  <a:gd name="T60" fmla="*/ 477 w 6038"/>
                  <a:gd name="T61" fmla="*/ 1393 h 6038"/>
                  <a:gd name="T62" fmla="*/ 689 w 6038"/>
                  <a:gd name="T63" fmla="*/ 1100 h 6038"/>
                  <a:gd name="T64" fmla="*/ 937 w 6038"/>
                  <a:gd name="T65" fmla="*/ 834 h 6038"/>
                  <a:gd name="T66" fmla="*/ 1212 w 6038"/>
                  <a:gd name="T67" fmla="*/ 601 h 6038"/>
                  <a:gd name="T68" fmla="*/ 1517 w 6038"/>
                  <a:gd name="T69" fmla="*/ 401 h 6038"/>
                  <a:gd name="T70" fmla="*/ 1844 w 6038"/>
                  <a:gd name="T71" fmla="*/ 238 h 6038"/>
                  <a:gd name="T72" fmla="*/ 2193 w 6038"/>
                  <a:gd name="T73" fmla="*/ 116 h 6038"/>
                  <a:gd name="T74" fmla="*/ 2560 w 6038"/>
                  <a:gd name="T75" fmla="*/ 35 h 6038"/>
                  <a:gd name="T76" fmla="*/ 2942 w 6038"/>
                  <a:gd name="T77" fmla="*/ 2 h 6038"/>
                  <a:gd name="T78" fmla="*/ 3251 w 6038"/>
                  <a:gd name="T79" fmla="*/ 10 h 6038"/>
                  <a:gd name="T80" fmla="*/ 3628 w 6038"/>
                  <a:gd name="T81" fmla="*/ 61 h 6038"/>
                  <a:gd name="T82" fmla="*/ 3987 w 6038"/>
                  <a:gd name="T83" fmla="*/ 159 h 6038"/>
                  <a:gd name="T84" fmla="*/ 4328 w 6038"/>
                  <a:gd name="T85" fmla="*/ 298 h 6038"/>
                  <a:gd name="T86" fmla="*/ 4645 w 6038"/>
                  <a:gd name="T87" fmla="*/ 477 h 6038"/>
                  <a:gd name="T88" fmla="*/ 4938 w 6038"/>
                  <a:gd name="T89" fmla="*/ 689 h 6038"/>
                  <a:gd name="T90" fmla="*/ 5204 w 6038"/>
                  <a:gd name="T91" fmla="*/ 937 h 6038"/>
                  <a:gd name="T92" fmla="*/ 5437 w 6038"/>
                  <a:gd name="T93" fmla="*/ 1212 h 6038"/>
                  <a:gd name="T94" fmla="*/ 5637 w 6038"/>
                  <a:gd name="T95" fmla="*/ 1517 h 6038"/>
                  <a:gd name="T96" fmla="*/ 5800 w 6038"/>
                  <a:gd name="T97" fmla="*/ 1844 h 6038"/>
                  <a:gd name="T98" fmla="*/ 5922 w 6038"/>
                  <a:gd name="T99" fmla="*/ 2193 h 6038"/>
                  <a:gd name="T100" fmla="*/ 6003 w 6038"/>
                  <a:gd name="T101" fmla="*/ 2560 h 6038"/>
                  <a:gd name="T102" fmla="*/ 6036 w 6038"/>
                  <a:gd name="T103" fmla="*/ 2942 h 6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038" h="6038">
                    <a:moveTo>
                      <a:pt x="6038" y="3019"/>
                    </a:moveTo>
                    <a:lnTo>
                      <a:pt x="6038" y="3019"/>
                    </a:lnTo>
                    <a:lnTo>
                      <a:pt x="6036" y="3096"/>
                    </a:lnTo>
                    <a:lnTo>
                      <a:pt x="6033" y="3174"/>
                    </a:lnTo>
                    <a:lnTo>
                      <a:pt x="6028" y="3251"/>
                    </a:lnTo>
                    <a:lnTo>
                      <a:pt x="6022" y="3328"/>
                    </a:lnTo>
                    <a:lnTo>
                      <a:pt x="6014" y="3404"/>
                    </a:lnTo>
                    <a:lnTo>
                      <a:pt x="6003" y="3478"/>
                    </a:lnTo>
                    <a:lnTo>
                      <a:pt x="5990" y="3554"/>
                    </a:lnTo>
                    <a:lnTo>
                      <a:pt x="5977" y="3628"/>
                    </a:lnTo>
                    <a:lnTo>
                      <a:pt x="5961" y="3700"/>
                    </a:lnTo>
                    <a:lnTo>
                      <a:pt x="5943" y="3773"/>
                    </a:lnTo>
                    <a:lnTo>
                      <a:pt x="5922" y="3845"/>
                    </a:lnTo>
                    <a:lnTo>
                      <a:pt x="5901" y="3916"/>
                    </a:lnTo>
                    <a:lnTo>
                      <a:pt x="5879" y="3987"/>
                    </a:lnTo>
                    <a:lnTo>
                      <a:pt x="5854" y="4058"/>
                    </a:lnTo>
                    <a:lnTo>
                      <a:pt x="5829" y="4125"/>
                    </a:lnTo>
                    <a:lnTo>
                      <a:pt x="5800" y="4194"/>
                    </a:lnTo>
                    <a:lnTo>
                      <a:pt x="5771" y="4260"/>
                    </a:lnTo>
                    <a:lnTo>
                      <a:pt x="5740" y="4328"/>
                    </a:lnTo>
                    <a:lnTo>
                      <a:pt x="5708" y="4392"/>
                    </a:lnTo>
                    <a:lnTo>
                      <a:pt x="5673" y="4458"/>
                    </a:lnTo>
                    <a:lnTo>
                      <a:pt x="5637" y="4521"/>
                    </a:lnTo>
                    <a:lnTo>
                      <a:pt x="5600" y="4584"/>
                    </a:lnTo>
                    <a:lnTo>
                      <a:pt x="5561" y="4645"/>
                    </a:lnTo>
                    <a:lnTo>
                      <a:pt x="5521" y="4706"/>
                    </a:lnTo>
                    <a:lnTo>
                      <a:pt x="5481" y="4766"/>
                    </a:lnTo>
                    <a:lnTo>
                      <a:pt x="5437" y="4826"/>
                    </a:lnTo>
                    <a:lnTo>
                      <a:pt x="5394" y="4882"/>
                    </a:lnTo>
                    <a:lnTo>
                      <a:pt x="5349" y="4938"/>
                    </a:lnTo>
                    <a:lnTo>
                      <a:pt x="5301" y="4995"/>
                    </a:lnTo>
                    <a:lnTo>
                      <a:pt x="5254" y="5048"/>
                    </a:lnTo>
                    <a:lnTo>
                      <a:pt x="5204" y="5101"/>
                    </a:lnTo>
                    <a:lnTo>
                      <a:pt x="5154" y="5154"/>
                    </a:lnTo>
                    <a:lnTo>
                      <a:pt x="5101" y="5204"/>
                    </a:lnTo>
                    <a:lnTo>
                      <a:pt x="5048" y="5254"/>
                    </a:lnTo>
                    <a:lnTo>
                      <a:pt x="4995" y="5301"/>
                    </a:lnTo>
                    <a:lnTo>
                      <a:pt x="4938" y="5349"/>
                    </a:lnTo>
                    <a:lnTo>
                      <a:pt x="4882" y="5394"/>
                    </a:lnTo>
                    <a:lnTo>
                      <a:pt x="4826" y="5437"/>
                    </a:lnTo>
                    <a:lnTo>
                      <a:pt x="4766" y="5481"/>
                    </a:lnTo>
                    <a:lnTo>
                      <a:pt x="4706" y="5521"/>
                    </a:lnTo>
                    <a:lnTo>
                      <a:pt x="4645" y="5561"/>
                    </a:lnTo>
                    <a:lnTo>
                      <a:pt x="4584" y="5600"/>
                    </a:lnTo>
                    <a:lnTo>
                      <a:pt x="4521" y="5637"/>
                    </a:lnTo>
                    <a:lnTo>
                      <a:pt x="4458" y="5673"/>
                    </a:lnTo>
                    <a:lnTo>
                      <a:pt x="4392" y="5708"/>
                    </a:lnTo>
                    <a:lnTo>
                      <a:pt x="4328" y="5740"/>
                    </a:lnTo>
                    <a:lnTo>
                      <a:pt x="4260" y="5771"/>
                    </a:lnTo>
                    <a:lnTo>
                      <a:pt x="4194" y="5800"/>
                    </a:lnTo>
                    <a:lnTo>
                      <a:pt x="4125" y="5829"/>
                    </a:lnTo>
                    <a:lnTo>
                      <a:pt x="4058" y="5854"/>
                    </a:lnTo>
                    <a:lnTo>
                      <a:pt x="3987" y="5879"/>
                    </a:lnTo>
                    <a:lnTo>
                      <a:pt x="3916" y="5901"/>
                    </a:lnTo>
                    <a:lnTo>
                      <a:pt x="3845" y="5922"/>
                    </a:lnTo>
                    <a:lnTo>
                      <a:pt x="3773" y="5943"/>
                    </a:lnTo>
                    <a:lnTo>
                      <a:pt x="3700" y="5961"/>
                    </a:lnTo>
                    <a:lnTo>
                      <a:pt x="3628" y="5977"/>
                    </a:lnTo>
                    <a:lnTo>
                      <a:pt x="3554" y="5990"/>
                    </a:lnTo>
                    <a:lnTo>
                      <a:pt x="3478" y="6003"/>
                    </a:lnTo>
                    <a:lnTo>
                      <a:pt x="3404" y="6014"/>
                    </a:lnTo>
                    <a:lnTo>
                      <a:pt x="3328" y="6022"/>
                    </a:lnTo>
                    <a:lnTo>
                      <a:pt x="3251" y="6028"/>
                    </a:lnTo>
                    <a:lnTo>
                      <a:pt x="3174" y="6033"/>
                    </a:lnTo>
                    <a:lnTo>
                      <a:pt x="3096" y="6036"/>
                    </a:lnTo>
                    <a:lnTo>
                      <a:pt x="3019" y="6038"/>
                    </a:lnTo>
                    <a:lnTo>
                      <a:pt x="3019" y="6038"/>
                    </a:lnTo>
                    <a:lnTo>
                      <a:pt x="2942" y="6036"/>
                    </a:lnTo>
                    <a:lnTo>
                      <a:pt x="2864" y="6033"/>
                    </a:lnTo>
                    <a:lnTo>
                      <a:pt x="2787" y="6028"/>
                    </a:lnTo>
                    <a:lnTo>
                      <a:pt x="2710" y="6022"/>
                    </a:lnTo>
                    <a:lnTo>
                      <a:pt x="2634" y="6014"/>
                    </a:lnTo>
                    <a:lnTo>
                      <a:pt x="2560" y="6003"/>
                    </a:lnTo>
                    <a:lnTo>
                      <a:pt x="2484" y="5990"/>
                    </a:lnTo>
                    <a:lnTo>
                      <a:pt x="2410" y="5977"/>
                    </a:lnTo>
                    <a:lnTo>
                      <a:pt x="2338" y="5961"/>
                    </a:lnTo>
                    <a:lnTo>
                      <a:pt x="2265" y="5943"/>
                    </a:lnTo>
                    <a:lnTo>
                      <a:pt x="2193" y="5922"/>
                    </a:lnTo>
                    <a:lnTo>
                      <a:pt x="2122" y="5901"/>
                    </a:lnTo>
                    <a:lnTo>
                      <a:pt x="2051" y="5879"/>
                    </a:lnTo>
                    <a:lnTo>
                      <a:pt x="1980" y="5854"/>
                    </a:lnTo>
                    <a:lnTo>
                      <a:pt x="1913" y="5829"/>
                    </a:lnTo>
                    <a:lnTo>
                      <a:pt x="1844" y="5800"/>
                    </a:lnTo>
                    <a:lnTo>
                      <a:pt x="1778" y="5771"/>
                    </a:lnTo>
                    <a:lnTo>
                      <a:pt x="1710" y="5740"/>
                    </a:lnTo>
                    <a:lnTo>
                      <a:pt x="1646" y="5708"/>
                    </a:lnTo>
                    <a:lnTo>
                      <a:pt x="1580" y="5673"/>
                    </a:lnTo>
                    <a:lnTo>
                      <a:pt x="1517" y="5637"/>
                    </a:lnTo>
                    <a:lnTo>
                      <a:pt x="1454" y="5600"/>
                    </a:lnTo>
                    <a:lnTo>
                      <a:pt x="1393" y="5561"/>
                    </a:lnTo>
                    <a:lnTo>
                      <a:pt x="1332" y="5521"/>
                    </a:lnTo>
                    <a:lnTo>
                      <a:pt x="1272" y="5481"/>
                    </a:lnTo>
                    <a:lnTo>
                      <a:pt x="1212" y="5437"/>
                    </a:lnTo>
                    <a:lnTo>
                      <a:pt x="1156" y="5394"/>
                    </a:lnTo>
                    <a:lnTo>
                      <a:pt x="1100" y="5349"/>
                    </a:lnTo>
                    <a:lnTo>
                      <a:pt x="1043" y="5301"/>
                    </a:lnTo>
                    <a:lnTo>
                      <a:pt x="990" y="5254"/>
                    </a:lnTo>
                    <a:lnTo>
                      <a:pt x="937" y="5204"/>
                    </a:lnTo>
                    <a:lnTo>
                      <a:pt x="884" y="5154"/>
                    </a:lnTo>
                    <a:lnTo>
                      <a:pt x="834" y="5101"/>
                    </a:lnTo>
                    <a:lnTo>
                      <a:pt x="784" y="5048"/>
                    </a:lnTo>
                    <a:lnTo>
                      <a:pt x="737" y="4995"/>
                    </a:lnTo>
                    <a:lnTo>
                      <a:pt x="689" y="4938"/>
                    </a:lnTo>
                    <a:lnTo>
                      <a:pt x="644" y="4882"/>
                    </a:lnTo>
                    <a:lnTo>
                      <a:pt x="601" y="4826"/>
                    </a:lnTo>
                    <a:lnTo>
                      <a:pt x="557" y="4766"/>
                    </a:lnTo>
                    <a:lnTo>
                      <a:pt x="517" y="4706"/>
                    </a:lnTo>
                    <a:lnTo>
                      <a:pt x="477" y="4645"/>
                    </a:lnTo>
                    <a:lnTo>
                      <a:pt x="438" y="4584"/>
                    </a:lnTo>
                    <a:lnTo>
                      <a:pt x="401" y="4521"/>
                    </a:lnTo>
                    <a:lnTo>
                      <a:pt x="365" y="4458"/>
                    </a:lnTo>
                    <a:lnTo>
                      <a:pt x="330" y="4392"/>
                    </a:lnTo>
                    <a:lnTo>
                      <a:pt x="298" y="4328"/>
                    </a:lnTo>
                    <a:lnTo>
                      <a:pt x="267" y="4260"/>
                    </a:lnTo>
                    <a:lnTo>
                      <a:pt x="238" y="4194"/>
                    </a:lnTo>
                    <a:lnTo>
                      <a:pt x="209" y="4125"/>
                    </a:lnTo>
                    <a:lnTo>
                      <a:pt x="184" y="4058"/>
                    </a:lnTo>
                    <a:lnTo>
                      <a:pt x="159" y="3987"/>
                    </a:lnTo>
                    <a:lnTo>
                      <a:pt x="137" y="3916"/>
                    </a:lnTo>
                    <a:lnTo>
                      <a:pt x="116" y="3845"/>
                    </a:lnTo>
                    <a:lnTo>
                      <a:pt x="95" y="3773"/>
                    </a:lnTo>
                    <a:lnTo>
                      <a:pt x="77" y="3700"/>
                    </a:lnTo>
                    <a:lnTo>
                      <a:pt x="61" y="3628"/>
                    </a:lnTo>
                    <a:lnTo>
                      <a:pt x="48" y="3554"/>
                    </a:lnTo>
                    <a:lnTo>
                      <a:pt x="35" y="3478"/>
                    </a:lnTo>
                    <a:lnTo>
                      <a:pt x="24" y="3404"/>
                    </a:lnTo>
                    <a:lnTo>
                      <a:pt x="16" y="3328"/>
                    </a:lnTo>
                    <a:lnTo>
                      <a:pt x="10" y="3251"/>
                    </a:lnTo>
                    <a:lnTo>
                      <a:pt x="5" y="3174"/>
                    </a:lnTo>
                    <a:lnTo>
                      <a:pt x="2" y="3096"/>
                    </a:lnTo>
                    <a:lnTo>
                      <a:pt x="0" y="3019"/>
                    </a:lnTo>
                    <a:lnTo>
                      <a:pt x="0" y="3019"/>
                    </a:lnTo>
                    <a:lnTo>
                      <a:pt x="2" y="2942"/>
                    </a:lnTo>
                    <a:lnTo>
                      <a:pt x="5" y="2864"/>
                    </a:lnTo>
                    <a:lnTo>
                      <a:pt x="10" y="2787"/>
                    </a:lnTo>
                    <a:lnTo>
                      <a:pt x="16" y="2710"/>
                    </a:lnTo>
                    <a:lnTo>
                      <a:pt x="24" y="2634"/>
                    </a:lnTo>
                    <a:lnTo>
                      <a:pt x="35" y="2560"/>
                    </a:lnTo>
                    <a:lnTo>
                      <a:pt x="48" y="2484"/>
                    </a:lnTo>
                    <a:lnTo>
                      <a:pt x="61" y="2410"/>
                    </a:lnTo>
                    <a:lnTo>
                      <a:pt x="77" y="2338"/>
                    </a:lnTo>
                    <a:lnTo>
                      <a:pt x="95" y="2265"/>
                    </a:lnTo>
                    <a:lnTo>
                      <a:pt x="116" y="2193"/>
                    </a:lnTo>
                    <a:lnTo>
                      <a:pt x="137" y="2122"/>
                    </a:lnTo>
                    <a:lnTo>
                      <a:pt x="159" y="2051"/>
                    </a:lnTo>
                    <a:lnTo>
                      <a:pt x="184" y="1980"/>
                    </a:lnTo>
                    <a:lnTo>
                      <a:pt x="209" y="1913"/>
                    </a:lnTo>
                    <a:lnTo>
                      <a:pt x="238" y="1844"/>
                    </a:lnTo>
                    <a:lnTo>
                      <a:pt x="267" y="1778"/>
                    </a:lnTo>
                    <a:lnTo>
                      <a:pt x="298" y="1710"/>
                    </a:lnTo>
                    <a:lnTo>
                      <a:pt x="330" y="1646"/>
                    </a:lnTo>
                    <a:lnTo>
                      <a:pt x="365" y="1580"/>
                    </a:lnTo>
                    <a:lnTo>
                      <a:pt x="401" y="1517"/>
                    </a:lnTo>
                    <a:lnTo>
                      <a:pt x="438" y="1454"/>
                    </a:lnTo>
                    <a:lnTo>
                      <a:pt x="477" y="1393"/>
                    </a:lnTo>
                    <a:lnTo>
                      <a:pt x="517" y="1332"/>
                    </a:lnTo>
                    <a:lnTo>
                      <a:pt x="557" y="1272"/>
                    </a:lnTo>
                    <a:lnTo>
                      <a:pt x="601" y="1212"/>
                    </a:lnTo>
                    <a:lnTo>
                      <a:pt x="644" y="1156"/>
                    </a:lnTo>
                    <a:lnTo>
                      <a:pt x="689" y="1100"/>
                    </a:lnTo>
                    <a:lnTo>
                      <a:pt x="737" y="1043"/>
                    </a:lnTo>
                    <a:lnTo>
                      <a:pt x="784" y="990"/>
                    </a:lnTo>
                    <a:lnTo>
                      <a:pt x="834" y="937"/>
                    </a:lnTo>
                    <a:lnTo>
                      <a:pt x="884" y="884"/>
                    </a:lnTo>
                    <a:lnTo>
                      <a:pt x="937" y="834"/>
                    </a:lnTo>
                    <a:lnTo>
                      <a:pt x="990" y="784"/>
                    </a:lnTo>
                    <a:lnTo>
                      <a:pt x="1043" y="737"/>
                    </a:lnTo>
                    <a:lnTo>
                      <a:pt x="1100" y="689"/>
                    </a:lnTo>
                    <a:lnTo>
                      <a:pt x="1156" y="644"/>
                    </a:lnTo>
                    <a:lnTo>
                      <a:pt x="1212" y="601"/>
                    </a:lnTo>
                    <a:lnTo>
                      <a:pt x="1272" y="557"/>
                    </a:lnTo>
                    <a:lnTo>
                      <a:pt x="1332" y="517"/>
                    </a:lnTo>
                    <a:lnTo>
                      <a:pt x="1393" y="477"/>
                    </a:lnTo>
                    <a:lnTo>
                      <a:pt x="1454" y="438"/>
                    </a:lnTo>
                    <a:lnTo>
                      <a:pt x="1517" y="401"/>
                    </a:lnTo>
                    <a:lnTo>
                      <a:pt x="1580" y="365"/>
                    </a:lnTo>
                    <a:lnTo>
                      <a:pt x="1646" y="330"/>
                    </a:lnTo>
                    <a:lnTo>
                      <a:pt x="1710" y="298"/>
                    </a:lnTo>
                    <a:lnTo>
                      <a:pt x="1778" y="267"/>
                    </a:lnTo>
                    <a:lnTo>
                      <a:pt x="1844" y="238"/>
                    </a:lnTo>
                    <a:lnTo>
                      <a:pt x="1913" y="209"/>
                    </a:lnTo>
                    <a:lnTo>
                      <a:pt x="1980" y="184"/>
                    </a:lnTo>
                    <a:lnTo>
                      <a:pt x="2051" y="159"/>
                    </a:lnTo>
                    <a:lnTo>
                      <a:pt x="2122" y="137"/>
                    </a:lnTo>
                    <a:lnTo>
                      <a:pt x="2193" y="116"/>
                    </a:lnTo>
                    <a:lnTo>
                      <a:pt x="2265" y="95"/>
                    </a:lnTo>
                    <a:lnTo>
                      <a:pt x="2338" y="77"/>
                    </a:lnTo>
                    <a:lnTo>
                      <a:pt x="2410" y="61"/>
                    </a:lnTo>
                    <a:lnTo>
                      <a:pt x="2484" y="48"/>
                    </a:lnTo>
                    <a:lnTo>
                      <a:pt x="2560" y="35"/>
                    </a:lnTo>
                    <a:lnTo>
                      <a:pt x="2634" y="24"/>
                    </a:lnTo>
                    <a:lnTo>
                      <a:pt x="2710" y="16"/>
                    </a:lnTo>
                    <a:lnTo>
                      <a:pt x="2787" y="10"/>
                    </a:lnTo>
                    <a:lnTo>
                      <a:pt x="2864" y="5"/>
                    </a:lnTo>
                    <a:lnTo>
                      <a:pt x="2942" y="2"/>
                    </a:lnTo>
                    <a:lnTo>
                      <a:pt x="3019" y="0"/>
                    </a:lnTo>
                    <a:lnTo>
                      <a:pt x="3019" y="0"/>
                    </a:lnTo>
                    <a:lnTo>
                      <a:pt x="3096" y="2"/>
                    </a:lnTo>
                    <a:lnTo>
                      <a:pt x="3174" y="5"/>
                    </a:lnTo>
                    <a:lnTo>
                      <a:pt x="3251" y="10"/>
                    </a:lnTo>
                    <a:lnTo>
                      <a:pt x="3328" y="16"/>
                    </a:lnTo>
                    <a:lnTo>
                      <a:pt x="3404" y="24"/>
                    </a:lnTo>
                    <a:lnTo>
                      <a:pt x="3478" y="35"/>
                    </a:lnTo>
                    <a:lnTo>
                      <a:pt x="3554" y="48"/>
                    </a:lnTo>
                    <a:lnTo>
                      <a:pt x="3628" y="61"/>
                    </a:lnTo>
                    <a:lnTo>
                      <a:pt x="3700" y="77"/>
                    </a:lnTo>
                    <a:lnTo>
                      <a:pt x="3773" y="95"/>
                    </a:lnTo>
                    <a:lnTo>
                      <a:pt x="3845" y="116"/>
                    </a:lnTo>
                    <a:lnTo>
                      <a:pt x="3916" y="137"/>
                    </a:lnTo>
                    <a:lnTo>
                      <a:pt x="3987" y="159"/>
                    </a:lnTo>
                    <a:lnTo>
                      <a:pt x="4058" y="184"/>
                    </a:lnTo>
                    <a:lnTo>
                      <a:pt x="4125" y="209"/>
                    </a:lnTo>
                    <a:lnTo>
                      <a:pt x="4194" y="238"/>
                    </a:lnTo>
                    <a:lnTo>
                      <a:pt x="4260" y="267"/>
                    </a:lnTo>
                    <a:lnTo>
                      <a:pt x="4328" y="298"/>
                    </a:lnTo>
                    <a:lnTo>
                      <a:pt x="4392" y="330"/>
                    </a:lnTo>
                    <a:lnTo>
                      <a:pt x="4458" y="365"/>
                    </a:lnTo>
                    <a:lnTo>
                      <a:pt x="4521" y="401"/>
                    </a:lnTo>
                    <a:lnTo>
                      <a:pt x="4584" y="438"/>
                    </a:lnTo>
                    <a:lnTo>
                      <a:pt x="4645" y="477"/>
                    </a:lnTo>
                    <a:lnTo>
                      <a:pt x="4706" y="517"/>
                    </a:lnTo>
                    <a:lnTo>
                      <a:pt x="4766" y="557"/>
                    </a:lnTo>
                    <a:lnTo>
                      <a:pt x="4826" y="601"/>
                    </a:lnTo>
                    <a:lnTo>
                      <a:pt x="4882" y="644"/>
                    </a:lnTo>
                    <a:lnTo>
                      <a:pt x="4938" y="689"/>
                    </a:lnTo>
                    <a:lnTo>
                      <a:pt x="4995" y="737"/>
                    </a:lnTo>
                    <a:lnTo>
                      <a:pt x="5048" y="784"/>
                    </a:lnTo>
                    <a:lnTo>
                      <a:pt x="5101" y="834"/>
                    </a:lnTo>
                    <a:lnTo>
                      <a:pt x="5154" y="884"/>
                    </a:lnTo>
                    <a:lnTo>
                      <a:pt x="5204" y="937"/>
                    </a:lnTo>
                    <a:lnTo>
                      <a:pt x="5254" y="990"/>
                    </a:lnTo>
                    <a:lnTo>
                      <a:pt x="5301" y="1043"/>
                    </a:lnTo>
                    <a:lnTo>
                      <a:pt x="5349" y="1100"/>
                    </a:lnTo>
                    <a:lnTo>
                      <a:pt x="5394" y="1156"/>
                    </a:lnTo>
                    <a:lnTo>
                      <a:pt x="5437" y="1212"/>
                    </a:lnTo>
                    <a:lnTo>
                      <a:pt x="5481" y="1272"/>
                    </a:lnTo>
                    <a:lnTo>
                      <a:pt x="5521" y="1332"/>
                    </a:lnTo>
                    <a:lnTo>
                      <a:pt x="5561" y="1393"/>
                    </a:lnTo>
                    <a:lnTo>
                      <a:pt x="5600" y="1454"/>
                    </a:lnTo>
                    <a:lnTo>
                      <a:pt x="5637" y="1517"/>
                    </a:lnTo>
                    <a:lnTo>
                      <a:pt x="5673" y="1580"/>
                    </a:lnTo>
                    <a:lnTo>
                      <a:pt x="5708" y="1646"/>
                    </a:lnTo>
                    <a:lnTo>
                      <a:pt x="5740" y="1710"/>
                    </a:lnTo>
                    <a:lnTo>
                      <a:pt x="5771" y="1778"/>
                    </a:lnTo>
                    <a:lnTo>
                      <a:pt x="5800" y="1844"/>
                    </a:lnTo>
                    <a:lnTo>
                      <a:pt x="5829" y="1913"/>
                    </a:lnTo>
                    <a:lnTo>
                      <a:pt x="5854" y="1980"/>
                    </a:lnTo>
                    <a:lnTo>
                      <a:pt x="5879" y="2051"/>
                    </a:lnTo>
                    <a:lnTo>
                      <a:pt x="5901" y="2122"/>
                    </a:lnTo>
                    <a:lnTo>
                      <a:pt x="5922" y="2193"/>
                    </a:lnTo>
                    <a:lnTo>
                      <a:pt x="5943" y="2265"/>
                    </a:lnTo>
                    <a:lnTo>
                      <a:pt x="5961" y="2338"/>
                    </a:lnTo>
                    <a:lnTo>
                      <a:pt x="5977" y="2410"/>
                    </a:lnTo>
                    <a:lnTo>
                      <a:pt x="5990" y="2484"/>
                    </a:lnTo>
                    <a:lnTo>
                      <a:pt x="6003" y="2560"/>
                    </a:lnTo>
                    <a:lnTo>
                      <a:pt x="6014" y="2634"/>
                    </a:lnTo>
                    <a:lnTo>
                      <a:pt x="6022" y="2710"/>
                    </a:lnTo>
                    <a:lnTo>
                      <a:pt x="6028" y="2787"/>
                    </a:lnTo>
                    <a:lnTo>
                      <a:pt x="6033" y="2864"/>
                    </a:lnTo>
                    <a:lnTo>
                      <a:pt x="6036" y="2942"/>
                    </a:lnTo>
                    <a:lnTo>
                      <a:pt x="6038" y="3019"/>
                    </a:lnTo>
                    <a:lnTo>
                      <a:pt x="6038" y="3019"/>
                    </a:lnTo>
                    <a:close/>
                  </a:path>
                </a:pathLst>
              </a:custGeom>
              <a:noFill/>
              <a:ln w="6350" cmpd="sng">
                <a:solidFill>
                  <a:schemeClr val="tx1"/>
                </a:solidFill>
                <a:prstDash val="sysDot"/>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2" name="Freeform 51"/>
              <p:cNvSpPr>
                <a:spLocks/>
              </p:cNvSpPr>
              <p:nvPr/>
            </p:nvSpPr>
            <p:spPr bwMode="auto">
              <a:xfrm>
                <a:off x="2635723" y="1505423"/>
                <a:ext cx="3872555" cy="3872555"/>
              </a:xfrm>
              <a:custGeom>
                <a:avLst/>
                <a:gdLst>
                  <a:gd name="T0" fmla="*/ 6892 w 6902"/>
                  <a:gd name="T1" fmla="*/ 3717 h 6902"/>
                  <a:gd name="T2" fmla="*/ 6831 w 6902"/>
                  <a:gd name="T3" fmla="*/ 4147 h 6902"/>
                  <a:gd name="T4" fmla="*/ 6720 w 6902"/>
                  <a:gd name="T5" fmla="*/ 4557 h 6902"/>
                  <a:gd name="T6" fmla="*/ 6560 w 6902"/>
                  <a:gd name="T7" fmla="*/ 4947 h 6902"/>
                  <a:gd name="T8" fmla="*/ 6357 w 6902"/>
                  <a:gd name="T9" fmla="*/ 5311 h 6902"/>
                  <a:gd name="T10" fmla="*/ 6113 w 6902"/>
                  <a:gd name="T11" fmla="*/ 5646 h 6902"/>
                  <a:gd name="T12" fmla="*/ 5831 w 6902"/>
                  <a:gd name="T13" fmla="*/ 5948 h 6902"/>
                  <a:gd name="T14" fmla="*/ 5515 w 6902"/>
                  <a:gd name="T15" fmla="*/ 6216 h 6902"/>
                  <a:gd name="T16" fmla="*/ 5169 w 6902"/>
                  <a:gd name="T17" fmla="*/ 6444 h 6902"/>
                  <a:gd name="T18" fmla="*/ 4794 w 6902"/>
                  <a:gd name="T19" fmla="*/ 6629 h 6902"/>
                  <a:gd name="T20" fmla="*/ 4396 w 6902"/>
                  <a:gd name="T21" fmla="*/ 6769 h 6902"/>
                  <a:gd name="T22" fmla="*/ 3976 w 6902"/>
                  <a:gd name="T23" fmla="*/ 6861 h 6902"/>
                  <a:gd name="T24" fmla="*/ 3540 w 6902"/>
                  <a:gd name="T25" fmla="*/ 6900 h 6902"/>
                  <a:gd name="T26" fmla="*/ 3185 w 6902"/>
                  <a:gd name="T27" fmla="*/ 6892 h 6902"/>
                  <a:gd name="T28" fmla="*/ 2755 w 6902"/>
                  <a:gd name="T29" fmla="*/ 6831 h 6902"/>
                  <a:gd name="T30" fmla="*/ 2345 w 6902"/>
                  <a:gd name="T31" fmla="*/ 6720 h 6902"/>
                  <a:gd name="T32" fmla="*/ 1955 w 6902"/>
                  <a:gd name="T33" fmla="*/ 6560 h 6902"/>
                  <a:gd name="T34" fmla="*/ 1591 w 6902"/>
                  <a:gd name="T35" fmla="*/ 6357 h 6902"/>
                  <a:gd name="T36" fmla="*/ 1256 w 6902"/>
                  <a:gd name="T37" fmla="*/ 6113 h 6902"/>
                  <a:gd name="T38" fmla="*/ 954 w 6902"/>
                  <a:gd name="T39" fmla="*/ 5831 h 6902"/>
                  <a:gd name="T40" fmla="*/ 686 w 6902"/>
                  <a:gd name="T41" fmla="*/ 5515 h 6902"/>
                  <a:gd name="T42" fmla="*/ 458 w 6902"/>
                  <a:gd name="T43" fmla="*/ 5169 h 6902"/>
                  <a:gd name="T44" fmla="*/ 273 w 6902"/>
                  <a:gd name="T45" fmla="*/ 4794 h 6902"/>
                  <a:gd name="T46" fmla="*/ 133 w 6902"/>
                  <a:gd name="T47" fmla="*/ 4396 h 6902"/>
                  <a:gd name="T48" fmla="*/ 41 w 6902"/>
                  <a:gd name="T49" fmla="*/ 3976 h 6902"/>
                  <a:gd name="T50" fmla="*/ 2 w 6902"/>
                  <a:gd name="T51" fmla="*/ 3540 h 6902"/>
                  <a:gd name="T52" fmla="*/ 10 w 6902"/>
                  <a:gd name="T53" fmla="*/ 3185 h 6902"/>
                  <a:gd name="T54" fmla="*/ 71 w 6902"/>
                  <a:gd name="T55" fmla="*/ 2755 h 6902"/>
                  <a:gd name="T56" fmla="*/ 182 w 6902"/>
                  <a:gd name="T57" fmla="*/ 2345 h 6902"/>
                  <a:gd name="T58" fmla="*/ 342 w 6902"/>
                  <a:gd name="T59" fmla="*/ 1955 h 6902"/>
                  <a:gd name="T60" fmla="*/ 545 w 6902"/>
                  <a:gd name="T61" fmla="*/ 1591 h 6902"/>
                  <a:gd name="T62" fmla="*/ 789 w 6902"/>
                  <a:gd name="T63" fmla="*/ 1256 h 6902"/>
                  <a:gd name="T64" fmla="*/ 1071 w 6902"/>
                  <a:gd name="T65" fmla="*/ 954 h 6902"/>
                  <a:gd name="T66" fmla="*/ 1387 w 6902"/>
                  <a:gd name="T67" fmla="*/ 686 h 6902"/>
                  <a:gd name="T68" fmla="*/ 1733 w 6902"/>
                  <a:gd name="T69" fmla="*/ 458 h 6902"/>
                  <a:gd name="T70" fmla="*/ 2108 w 6902"/>
                  <a:gd name="T71" fmla="*/ 273 h 6902"/>
                  <a:gd name="T72" fmla="*/ 2506 w 6902"/>
                  <a:gd name="T73" fmla="*/ 133 h 6902"/>
                  <a:gd name="T74" fmla="*/ 2926 w 6902"/>
                  <a:gd name="T75" fmla="*/ 41 h 6902"/>
                  <a:gd name="T76" fmla="*/ 3362 w 6902"/>
                  <a:gd name="T77" fmla="*/ 2 h 6902"/>
                  <a:gd name="T78" fmla="*/ 3717 w 6902"/>
                  <a:gd name="T79" fmla="*/ 10 h 6902"/>
                  <a:gd name="T80" fmla="*/ 4147 w 6902"/>
                  <a:gd name="T81" fmla="*/ 71 h 6902"/>
                  <a:gd name="T82" fmla="*/ 4557 w 6902"/>
                  <a:gd name="T83" fmla="*/ 182 h 6902"/>
                  <a:gd name="T84" fmla="*/ 4947 w 6902"/>
                  <a:gd name="T85" fmla="*/ 342 h 6902"/>
                  <a:gd name="T86" fmla="*/ 5311 w 6902"/>
                  <a:gd name="T87" fmla="*/ 545 h 6902"/>
                  <a:gd name="T88" fmla="*/ 5646 w 6902"/>
                  <a:gd name="T89" fmla="*/ 789 h 6902"/>
                  <a:gd name="T90" fmla="*/ 5948 w 6902"/>
                  <a:gd name="T91" fmla="*/ 1071 h 6902"/>
                  <a:gd name="T92" fmla="*/ 6216 w 6902"/>
                  <a:gd name="T93" fmla="*/ 1387 h 6902"/>
                  <a:gd name="T94" fmla="*/ 6444 w 6902"/>
                  <a:gd name="T95" fmla="*/ 1733 h 6902"/>
                  <a:gd name="T96" fmla="*/ 6629 w 6902"/>
                  <a:gd name="T97" fmla="*/ 2108 h 6902"/>
                  <a:gd name="T98" fmla="*/ 6769 w 6902"/>
                  <a:gd name="T99" fmla="*/ 2506 h 6902"/>
                  <a:gd name="T100" fmla="*/ 6861 w 6902"/>
                  <a:gd name="T101" fmla="*/ 2926 h 6902"/>
                  <a:gd name="T102" fmla="*/ 6900 w 6902"/>
                  <a:gd name="T103" fmla="*/ 3362 h 69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902" h="6902">
                    <a:moveTo>
                      <a:pt x="6902" y="3451"/>
                    </a:moveTo>
                    <a:lnTo>
                      <a:pt x="6902" y="3451"/>
                    </a:lnTo>
                    <a:lnTo>
                      <a:pt x="6900" y="3540"/>
                    </a:lnTo>
                    <a:lnTo>
                      <a:pt x="6897" y="3628"/>
                    </a:lnTo>
                    <a:lnTo>
                      <a:pt x="6892" y="3717"/>
                    </a:lnTo>
                    <a:lnTo>
                      <a:pt x="6884" y="3804"/>
                    </a:lnTo>
                    <a:lnTo>
                      <a:pt x="6874" y="3891"/>
                    </a:lnTo>
                    <a:lnTo>
                      <a:pt x="6861" y="3976"/>
                    </a:lnTo>
                    <a:lnTo>
                      <a:pt x="6847" y="4061"/>
                    </a:lnTo>
                    <a:lnTo>
                      <a:pt x="6831" y="4147"/>
                    </a:lnTo>
                    <a:lnTo>
                      <a:pt x="6813" y="4230"/>
                    </a:lnTo>
                    <a:lnTo>
                      <a:pt x="6792" y="4314"/>
                    </a:lnTo>
                    <a:lnTo>
                      <a:pt x="6769" y="4396"/>
                    </a:lnTo>
                    <a:lnTo>
                      <a:pt x="6745" y="4477"/>
                    </a:lnTo>
                    <a:lnTo>
                      <a:pt x="6720" y="4557"/>
                    </a:lnTo>
                    <a:lnTo>
                      <a:pt x="6692" y="4638"/>
                    </a:lnTo>
                    <a:lnTo>
                      <a:pt x="6662" y="4717"/>
                    </a:lnTo>
                    <a:lnTo>
                      <a:pt x="6629" y="4794"/>
                    </a:lnTo>
                    <a:lnTo>
                      <a:pt x="6596" y="4871"/>
                    </a:lnTo>
                    <a:lnTo>
                      <a:pt x="6560" y="4947"/>
                    </a:lnTo>
                    <a:lnTo>
                      <a:pt x="6523" y="5021"/>
                    </a:lnTo>
                    <a:lnTo>
                      <a:pt x="6484" y="5095"/>
                    </a:lnTo>
                    <a:lnTo>
                      <a:pt x="6444" y="5169"/>
                    </a:lnTo>
                    <a:lnTo>
                      <a:pt x="6402" y="5240"/>
                    </a:lnTo>
                    <a:lnTo>
                      <a:pt x="6357" y="5311"/>
                    </a:lnTo>
                    <a:lnTo>
                      <a:pt x="6312" y="5380"/>
                    </a:lnTo>
                    <a:lnTo>
                      <a:pt x="6264" y="5448"/>
                    </a:lnTo>
                    <a:lnTo>
                      <a:pt x="6216" y="5515"/>
                    </a:lnTo>
                    <a:lnTo>
                      <a:pt x="6166" y="5581"/>
                    </a:lnTo>
                    <a:lnTo>
                      <a:pt x="6113" y="5646"/>
                    </a:lnTo>
                    <a:lnTo>
                      <a:pt x="6059" y="5708"/>
                    </a:lnTo>
                    <a:lnTo>
                      <a:pt x="6005" y="5771"/>
                    </a:lnTo>
                    <a:lnTo>
                      <a:pt x="5948" y="5831"/>
                    </a:lnTo>
                    <a:lnTo>
                      <a:pt x="5890" y="5890"/>
                    </a:lnTo>
                    <a:lnTo>
                      <a:pt x="5831" y="5948"/>
                    </a:lnTo>
                    <a:lnTo>
                      <a:pt x="5771" y="6005"/>
                    </a:lnTo>
                    <a:lnTo>
                      <a:pt x="5708" y="6059"/>
                    </a:lnTo>
                    <a:lnTo>
                      <a:pt x="5646" y="6113"/>
                    </a:lnTo>
                    <a:lnTo>
                      <a:pt x="5581" y="6166"/>
                    </a:lnTo>
                    <a:lnTo>
                      <a:pt x="5515" y="6216"/>
                    </a:lnTo>
                    <a:lnTo>
                      <a:pt x="5448" y="6264"/>
                    </a:lnTo>
                    <a:lnTo>
                      <a:pt x="5380" y="6312"/>
                    </a:lnTo>
                    <a:lnTo>
                      <a:pt x="5311" y="6357"/>
                    </a:lnTo>
                    <a:lnTo>
                      <a:pt x="5240" y="6402"/>
                    </a:lnTo>
                    <a:lnTo>
                      <a:pt x="5169" y="6444"/>
                    </a:lnTo>
                    <a:lnTo>
                      <a:pt x="5095" y="6484"/>
                    </a:lnTo>
                    <a:lnTo>
                      <a:pt x="5021" y="6523"/>
                    </a:lnTo>
                    <a:lnTo>
                      <a:pt x="4947" y="6560"/>
                    </a:lnTo>
                    <a:lnTo>
                      <a:pt x="4871" y="6596"/>
                    </a:lnTo>
                    <a:lnTo>
                      <a:pt x="4794" y="6629"/>
                    </a:lnTo>
                    <a:lnTo>
                      <a:pt x="4717" y="6662"/>
                    </a:lnTo>
                    <a:lnTo>
                      <a:pt x="4638" y="6692"/>
                    </a:lnTo>
                    <a:lnTo>
                      <a:pt x="4557" y="6720"/>
                    </a:lnTo>
                    <a:lnTo>
                      <a:pt x="4477" y="6745"/>
                    </a:lnTo>
                    <a:lnTo>
                      <a:pt x="4396" y="6769"/>
                    </a:lnTo>
                    <a:lnTo>
                      <a:pt x="4314" y="6792"/>
                    </a:lnTo>
                    <a:lnTo>
                      <a:pt x="4230" y="6813"/>
                    </a:lnTo>
                    <a:lnTo>
                      <a:pt x="4147" y="6831"/>
                    </a:lnTo>
                    <a:lnTo>
                      <a:pt x="4061" y="6847"/>
                    </a:lnTo>
                    <a:lnTo>
                      <a:pt x="3976" y="6861"/>
                    </a:lnTo>
                    <a:lnTo>
                      <a:pt x="3891" y="6874"/>
                    </a:lnTo>
                    <a:lnTo>
                      <a:pt x="3804" y="6884"/>
                    </a:lnTo>
                    <a:lnTo>
                      <a:pt x="3717" y="6892"/>
                    </a:lnTo>
                    <a:lnTo>
                      <a:pt x="3628" y="6897"/>
                    </a:lnTo>
                    <a:lnTo>
                      <a:pt x="3540" y="6900"/>
                    </a:lnTo>
                    <a:lnTo>
                      <a:pt x="3451" y="6902"/>
                    </a:lnTo>
                    <a:lnTo>
                      <a:pt x="3451" y="6902"/>
                    </a:lnTo>
                    <a:lnTo>
                      <a:pt x="3362" y="6900"/>
                    </a:lnTo>
                    <a:lnTo>
                      <a:pt x="3274" y="6897"/>
                    </a:lnTo>
                    <a:lnTo>
                      <a:pt x="3185" y="6892"/>
                    </a:lnTo>
                    <a:lnTo>
                      <a:pt x="3098" y="6884"/>
                    </a:lnTo>
                    <a:lnTo>
                      <a:pt x="3011" y="6874"/>
                    </a:lnTo>
                    <a:lnTo>
                      <a:pt x="2926" y="6861"/>
                    </a:lnTo>
                    <a:lnTo>
                      <a:pt x="2841" y="6847"/>
                    </a:lnTo>
                    <a:lnTo>
                      <a:pt x="2755" y="6831"/>
                    </a:lnTo>
                    <a:lnTo>
                      <a:pt x="2672" y="6813"/>
                    </a:lnTo>
                    <a:lnTo>
                      <a:pt x="2588" y="6792"/>
                    </a:lnTo>
                    <a:lnTo>
                      <a:pt x="2506" y="6769"/>
                    </a:lnTo>
                    <a:lnTo>
                      <a:pt x="2425" y="6745"/>
                    </a:lnTo>
                    <a:lnTo>
                      <a:pt x="2345" y="6720"/>
                    </a:lnTo>
                    <a:lnTo>
                      <a:pt x="2264" y="6692"/>
                    </a:lnTo>
                    <a:lnTo>
                      <a:pt x="2185" y="6662"/>
                    </a:lnTo>
                    <a:lnTo>
                      <a:pt x="2108" y="6629"/>
                    </a:lnTo>
                    <a:lnTo>
                      <a:pt x="2031" y="6596"/>
                    </a:lnTo>
                    <a:lnTo>
                      <a:pt x="1955" y="6560"/>
                    </a:lnTo>
                    <a:lnTo>
                      <a:pt x="1881" y="6523"/>
                    </a:lnTo>
                    <a:lnTo>
                      <a:pt x="1807" y="6484"/>
                    </a:lnTo>
                    <a:lnTo>
                      <a:pt x="1733" y="6444"/>
                    </a:lnTo>
                    <a:lnTo>
                      <a:pt x="1662" y="6402"/>
                    </a:lnTo>
                    <a:lnTo>
                      <a:pt x="1591" y="6357"/>
                    </a:lnTo>
                    <a:lnTo>
                      <a:pt x="1522" y="6312"/>
                    </a:lnTo>
                    <a:lnTo>
                      <a:pt x="1454" y="6264"/>
                    </a:lnTo>
                    <a:lnTo>
                      <a:pt x="1387" y="6216"/>
                    </a:lnTo>
                    <a:lnTo>
                      <a:pt x="1321" y="6166"/>
                    </a:lnTo>
                    <a:lnTo>
                      <a:pt x="1256" y="6113"/>
                    </a:lnTo>
                    <a:lnTo>
                      <a:pt x="1194" y="6059"/>
                    </a:lnTo>
                    <a:lnTo>
                      <a:pt x="1131" y="6005"/>
                    </a:lnTo>
                    <a:lnTo>
                      <a:pt x="1071" y="5948"/>
                    </a:lnTo>
                    <a:lnTo>
                      <a:pt x="1012" y="5890"/>
                    </a:lnTo>
                    <a:lnTo>
                      <a:pt x="954" y="5831"/>
                    </a:lnTo>
                    <a:lnTo>
                      <a:pt x="897" y="5771"/>
                    </a:lnTo>
                    <a:lnTo>
                      <a:pt x="843" y="5708"/>
                    </a:lnTo>
                    <a:lnTo>
                      <a:pt x="789" y="5646"/>
                    </a:lnTo>
                    <a:lnTo>
                      <a:pt x="736" y="5581"/>
                    </a:lnTo>
                    <a:lnTo>
                      <a:pt x="686" y="5515"/>
                    </a:lnTo>
                    <a:lnTo>
                      <a:pt x="638" y="5448"/>
                    </a:lnTo>
                    <a:lnTo>
                      <a:pt x="590" y="5380"/>
                    </a:lnTo>
                    <a:lnTo>
                      <a:pt x="545" y="5311"/>
                    </a:lnTo>
                    <a:lnTo>
                      <a:pt x="500" y="5240"/>
                    </a:lnTo>
                    <a:lnTo>
                      <a:pt x="458" y="5169"/>
                    </a:lnTo>
                    <a:lnTo>
                      <a:pt x="418" y="5095"/>
                    </a:lnTo>
                    <a:lnTo>
                      <a:pt x="379" y="5021"/>
                    </a:lnTo>
                    <a:lnTo>
                      <a:pt x="342" y="4947"/>
                    </a:lnTo>
                    <a:lnTo>
                      <a:pt x="306" y="4871"/>
                    </a:lnTo>
                    <a:lnTo>
                      <a:pt x="273" y="4794"/>
                    </a:lnTo>
                    <a:lnTo>
                      <a:pt x="240" y="4717"/>
                    </a:lnTo>
                    <a:lnTo>
                      <a:pt x="210" y="4638"/>
                    </a:lnTo>
                    <a:lnTo>
                      <a:pt x="182" y="4557"/>
                    </a:lnTo>
                    <a:lnTo>
                      <a:pt x="157" y="4477"/>
                    </a:lnTo>
                    <a:lnTo>
                      <a:pt x="133" y="4396"/>
                    </a:lnTo>
                    <a:lnTo>
                      <a:pt x="110" y="4314"/>
                    </a:lnTo>
                    <a:lnTo>
                      <a:pt x="89" y="4230"/>
                    </a:lnTo>
                    <a:lnTo>
                      <a:pt x="71" y="4147"/>
                    </a:lnTo>
                    <a:lnTo>
                      <a:pt x="55" y="4061"/>
                    </a:lnTo>
                    <a:lnTo>
                      <a:pt x="41" y="3976"/>
                    </a:lnTo>
                    <a:lnTo>
                      <a:pt x="28" y="3891"/>
                    </a:lnTo>
                    <a:lnTo>
                      <a:pt x="18" y="3804"/>
                    </a:lnTo>
                    <a:lnTo>
                      <a:pt x="10" y="3717"/>
                    </a:lnTo>
                    <a:lnTo>
                      <a:pt x="5" y="3628"/>
                    </a:lnTo>
                    <a:lnTo>
                      <a:pt x="2" y="3540"/>
                    </a:lnTo>
                    <a:lnTo>
                      <a:pt x="0" y="3451"/>
                    </a:lnTo>
                    <a:lnTo>
                      <a:pt x="0" y="3451"/>
                    </a:lnTo>
                    <a:lnTo>
                      <a:pt x="2" y="3362"/>
                    </a:lnTo>
                    <a:lnTo>
                      <a:pt x="5" y="3274"/>
                    </a:lnTo>
                    <a:lnTo>
                      <a:pt x="10" y="3185"/>
                    </a:lnTo>
                    <a:lnTo>
                      <a:pt x="18" y="3098"/>
                    </a:lnTo>
                    <a:lnTo>
                      <a:pt x="28" y="3011"/>
                    </a:lnTo>
                    <a:lnTo>
                      <a:pt x="41" y="2926"/>
                    </a:lnTo>
                    <a:lnTo>
                      <a:pt x="55" y="2841"/>
                    </a:lnTo>
                    <a:lnTo>
                      <a:pt x="71" y="2755"/>
                    </a:lnTo>
                    <a:lnTo>
                      <a:pt x="89" y="2672"/>
                    </a:lnTo>
                    <a:lnTo>
                      <a:pt x="110" y="2588"/>
                    </a:lnTo>
                    <a:lnTo>
                      <a:pt x="133" y="2506"/>
                    </a:lnTo>
                    <a:lnTo>
                      <a:pt x="157" y="2425"/>
                    </a:lnTo>
                    <a:lnTo>
                      <a:pt x="182" y="2345"/>
                    </a:lnTo>
                    <a:lnTo>
                      <a:pt x="210" y="2264"/>
                    </a:lnTo>
                    <a:lnTo>
                      <a:pt x="240" y="2185"/>
                    </a:lnTo>
                    <a:lnTo>
                      <a:pt x="273" y="2108"/>
                    </a:lnTo>
                    <a:lnTo>
                      <a:pt x="306" y="2031"/>
                    </a:lnTo>
                    <a:lnTo>
                      <a:pt x="342" y="1955"/>
                    </a:lnTo>
                    <a:lnTo>
                      <a:pt x="379" y="1881"/>
                    </a:lnTo>
                    <a:lnTo>
                      <a:pt x="418" y="1807"/>
                    </a:lnTo>
                    <a:lnTo>
                      <a:pt x="458" y="1733"/>
                    </a:lnTo>
                    <a:lnTo>
                      <a:pt x="500" y="1662"/>
                    </a:lnTo>
                    <a:lnTo>
                      <a:pt x="545" y="1591"/>
                    </a:lnTo>
                    <a:lnTo>
                      <a:pt x="590" y="1522"/>
                    </a:lnTo>
                    <a:lnTo>
                      <a:pt x="638" y="1454"/>
                    </a:lnTo>
                    <a:lnTo>
                      <a:pt x="686" y="1387"/>
                    </a:lnTo>
                    <a:lnTo>
                      <a:pt x="736" y="1321"/>
                    </a:lnTo>
                    <a:lnTo>
                      <a:pt x="789" y="1256"/>
                    </a:lnTo>
                    <a:lnTo>
                      <a:pt x="843" y="1194"/>
                    </a:lnTo>
                    <a:lnTo>
                      <a:pt x="897" y="1131"/>
                    </a:lnTo>
                    <a:lnTo>
                      <a:pt x="954" y="1071"/>
                    </a:lnTo>
                    <a:lnTo>
                      <a:pt x="1012" y="1012"/>
                    </a:lnTo>
                    <a:lnTo>
                      <a:pt x="1071" y="954"/>
                    </a:lnTo>
                    <a:lnTo>
                      <a:pt x="1131" y="897"/>
                    </a:lnTo>
                    <a:lnTo>
                      <a:pt x="1194" y="843"/>
                    </a:lnTo>
                    <a:lnTo>
                      <a:pt x="1256" y="789"/>
                    </a:lnTo>
                    <a:lnTo>
                      <a:pt x="1321" y="736"/>
                    </a:lnTo>
                    <a:lnTo>
                      <a:pt x="1387" y="686"/>
                    </a:lnTo>
                    <a:lnTo>
                      <a:pt x="1454" y="638"/>
                    </a:lnTo>
                    <a:lnTo>
                      <a:pt x="1522" y="590"/>
                    </a:lnTo>
                    <a:lnTo>
                      <a:pt x="1591" y="545"/>
                    </a:lnTo>
                    <a:lnTo>
                      <a:pt x="1662" y="500"/>
                    </a:lnTo>
                    <a:lnTo>
                      <a:pt x="1733" y="458"/>
                    </a:lnTo>
                    <a:lnTo>
                      <a:pt x="1807" y="418"/>
                    </a:lnTo>
                    <a:lnTo>
                      <a:pt x="1881" y="379"/>
                    </a:lnTo>
                    <a:lnTo>
                      <a:pt x="1955" y="342"/>
                    </a:lnTo>
                    <a:lnTo>
                      <a:pt x="2031" y="306"/>
                    </a:lnTo>
                    <a:lnTo>
                      <a:pt x="2108" y="273"/>
                    </a:lnTo>
                    <a:lnTo>
                      <a:pt x="2185" y="240"/>
                    </a:lnTo>
                    <a:lnTo>
                      <a:pt x="2264" y="210"/>
                    </a:lnTo>
                    <a:lnTo>
                      <a:pt x="2345" y="182"/>
                    </a:lnTo>
                    <a:lnTo>
                      <a:pt x="2425" y="157"/>
                    </a:lnTo>
                    <a:lnTo>
                      <a:pt x="2506" y="133"/>
                    </a:lnTo>
                    <a:lnTo>
                      <a:pt x="2588" y="110"/>
                    </a:lnTo>
                    <a:lnTo>
                      <a:pt x="2672" y="89"/>
                    </a:lnTo>
                    <a:lnTo>
                      <a:pt x="2755" y="71"/>
                    </a:lnTo>
                    <a:lnTo>
                      <a:pt x="2841" y="55"/>
                    </a:lnTo>
                    <a:lnTo>
                      <a:pt x="2926" y="41"/>
                    </a:lnTo>
                    <a:lnTo>
                      <a:pt x="3011" y="28"/>
                    </a:lnTo>
                    <a:lnTo>
                      <a:pt x="3098" y="18"/>
                    </a:lnTo>
                    <a:lnTo>
                      <a:pt x="3185" y="10"/>
                    </a:lnTo>
                    <a:lnTo>
                      <a:pt x="3274" y="5"/>
                    </a:lnTo>
                    <a:lnTo>
                      <a:pt x="3362" y="2"/>
                    </a:lnTo>
                    <a:lnTo>
                      <a:pt x="3451" y="0"/>
                    </a:lnTo>
                    <a:lnTo>
                      <a:pt x="3451" y="0"/>
                    </a:lnTo>
                    <a:lnTo>
                      <a:pt x="3540" y="2"/>
                    </a:lnTo>
                    <a:lnTo>
                      <a:pt x="3628" y="5"/>
                    </a:lnTo>
                    <a:lnTo>
                      <a:pt x="3717" y="10"/>
                    </a:lnTo>
                    <a:lnTo>
                      <a:pt x="3804" y="18"/>
                    </a:lnTo>
                    <a:lnTo>
                      <a:pt x="3891" y="28"/>
                    </a:lnTo>
                    <a:lnTo>
                      <a:pt x="3976" y="41"/>
                    </a:lnTo>
                    <a:lnTo>
                      <a:pt x="4061" y="55"/>
                    </a:lnTo>
                    <a:lnTo>
                      <a:pt x="4147" y="71"/>
                    </a:lnTo>
                    <a:lnTo>
                      <a:pt x="4230" y="89"/>
                    </a:lnTo>
                    <a:lnTo>
                      <a:pt x="4314" y="110"/>
                    </a:lnTo>
                    <a:lnTo>
                      <a:pt x="4396" y="133"/>
                    </a:lnTo>
                    <a:lnTo>
                      <a:pt x="4477" y="157"/>
                    </a:lnTo>
                    <a:lnTo>
                      <a:pt x="4557" y="182"/>
                    </a:lnTo>
                    <a:lnTo>
                      <a:pt x="4638" y="210"/>
                    </a:lnTo>
                    <a:lnTo>
                      <a:pt x="4717" y="240"/>
                    </a:lnTo>
                    <a:lnTo>
                      <a:pt x="4794" y="273"/>
                    </a:lnTo>
                    <a:lnTo>
                      <a:pt x="4871" y="306"/>
                    </a:lnTo>
                    <a:lnTo>
                      <a:pt x="4947" y="342"/>
                    </a:lnTo>
                    <a:lnTo>
                      <a:pt x="5021" y="379"/>
                    </a:lnTo>
                    <a:lnTo>
                      <a:pt x="5095" y="418"/>
                    </a:lnTo>
                    <a:lnTo>
                      <a:pt x="5169" y="458"/>
                    </a:lnTo>
                    <a:lnTo>
                      <a:pt x="5240" y="500"/>
                    </a:lnTo>
                    <a:lnTo>
                      <a:pt x="5311" y="545"/>
                    </a:lnTo>
                    <a:lnTo>
                      <a:pt x="5380" y="590"/>
                    </a:lnTo>
                    <a:lnTo>
                      <a:pt x="5448" y="638"/>
                    </a:lnTo>
                    <a:lnTo>
                      <a:pt x="5515" y="686"/>
                    </a:lnTo>
                    <a:lnTo>
                      <a:pt x="5581" y="736"/>
                    </a:lnTo>
                    <a:lnTo>
                      <a:pt x="5646" y="789"/>
                    </a:lnTo>
                    <a:lnTo>
                      <a:pt x="5708" y="843"/>
                    </a:lnTo>
                    <a:lnTo>
                      <a:pt x="5771" y="897"/>
                    </a:lnTo>
                    <a:lnTo>
                      <a:pt x="5831" y="954"/>
                    </a:lnTo>
                    <a:lnTo>
                      <a:pt x="5890" y="1012"/>
                    </a:lnTo>
                    <a:lnTo>
                      <a:pt x="5948" y="1071"/>
                    </a:lnTo>
                    <a:lnTo>
                      <a:pt x="6005" y="1131"/>
                    </a:lnTo>
                    <a:lnTo>
                      <a:pt x="6059" y="1194"/>
                    </a:lnTo>
                    <a:lnTo>
                      <a:pt x="6113" y="1256"/>
                    </a:lnTo>
                    <a:lnTo>
                      <a:pt x="6166" y="1321"/>
                    </a:lnTo>
                    <a:lnTo>
                      <a:pt x="6216" y="1387"/>
                    </a:lnTo>
                    <a:lnTo>
                      <a:pt x="6264" y="1454"/>
                    </a:lnTo>
                    <a:lnTo>
                      <a:pt x="6312" y="1522"/>
                    </a:lnTo>
                    <a:lnTo>
                      <a:pt x="6357" y="1591"/>
                    </a:lnTo>
                    <a:lnTo>
                      <a:pt x="6402" y="1662"/>
                    </a:lnTo>
                    <a:lnTo>
                      <a:pt x="6444" y="1733"/>
                    </a:lnTo>
                    <a:lnTo>
                      <a:pt x="6484" y="1807"/>
                    </a:lnTo>
                    <a:lnTo>
                      <a:pt x="6523" y="1881"/>
                    </a:lnTo>
                    <a:lnTo>
                      <a:pt x="6560" y="1955"/>
                    </a:lnTo>
                    <a:lnTo>
                      <a:pt x="6596" y="2031"/>
                    </a:lnTo>
                    <a:lnTo>
                      <a:pt x="6629" y="2108"/>
                    </a:lnTo>
                    <a:lnTo>
                      <a:pt x="6662" y="2185"/>
                    </a:lnTo>
                    <a:lnTo>
                      <a:pt x="6692" y="2264"/>
                    </a:lnTo>
                    <a:lnTo>
                      <a:pt x="6720" y="2345"/>
                    </a:lnTo>
                    <a:lnTo>
                      <a:pt x="6745" y="2425"/>
                    </a:lnTo>
                    <a:lnTo>
                      <a:pt x="6769" y="2506"/>
                    </a:lnTo>
                    <a:lnTo>
                      <a:pt x="6792" y="2588"/>
                    </a:lnTo>
                    <a:lnTo>
                      <a:pt x="6813" y="2672"/>
                    </a:lnTo>
                    <a:lnTo>
                      <a:pt x="6831" y="2755"/>
                    </a:lnTo>
                    <a:lnTo>
                      <a:pt x="6847" y="2841"/>
                    </a:lnTo>
                    <a:lnTo>
                      <a:pt x="6861" y="2926"/>
                    </a:lnTo>
                    <a:lnTo>
                      <a:pt x="6874" y="3011"/>
                    </a:lnTo>
                    <a:lnTo>
                      <a:pt x="6884" y="3098"/>
                    </a:lnTo>
                    <a:lnTo>
                      <a:pt x="6892" y="3185"/>
                    </a:lnTo>
                    <a:lnTo>
                      <a:pt x="6897" y="3274"/>
                    </a:lnTo>
                    <a:lnTo>
                      <a:pt x="6900" y="3362"/>
                    </a:lnTo>
                    <a:lnTo>
                      <a:pt x="6902" y="3451"/>
                    </a:lnTo>
                    <a:lnTo>
                      <a:pt x="6902" y="3451"/>
                    </a:lnTo>
                    <a:close/>
                  </a:path>
                </a:pathLst>
              </a:custGeom>
              <a:noFill/>
              <a:ln w="6350" cmpd="sng">
                <a:solidFill>
                  <a:schemeClr val="tx1"/>
                </a:solidFill>
                <a:prstDash val="sysDot"/>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3" name="Freeform 52"/>
              <p:cNvSpPr>
                <a:spLocks/>
              </p:cNvSpPr>
              <p:nvPr/>
            </p:nvSpPr>
            <p:spPr bwMode="auto">
              <a:xfrm>
                <a:off x="2391022" y="1260722"/>
                <a:ext cx="4361956" cy="4361956"/>
              </a:xfrm>
              <a:custGeom>
                <a:avLst/>
                <a:gdLst>
                  <a:gd name="T0" fmla="*/ 7759 w 7770"/>
                  <a:gd name="T1" fmla="*/ 4184 h 7770"/>
                  <a:gd name="T2" fmla="*/ 7691 w 7770"/>
                  <a:gd name="T3" fmla="*/ 4668 h 7770"/>
                  <a:gd name="T4" fmla="*/ 7567 w 7770"/>
                  <a:gd name="T5" fmla="*/ 5131 h 7770"/>
                  <a:gd name="T6" fmla="*/ 7387 w 7770"/>
                  <a:gd name="T7" fmla="*/ 5569 h 7770"/>
                  <a:gd name="T8" fmla="*/ 7158 w 7770"/>
                  <a:gd name="T9" fmla="*/ 5980 h 7770"/>
                  <a:gd name="T10" fmla="*/ 6883 w 7770"/>
                  <a:gd name="T11" fmla="*/ 6357 h 7770"/>
                  <a:gd name="T12" fmla="*/ 6566 w 7770"/>
                  <a:gd name="T13" fmla="*/ 6698 h 7770"/>
                  <a:gd name="T14" fmla="*/ 6210 w 7770"/>
                  <a:gd name="T15" fmla="*/ 6999 h 7770"/>
                  <a:gd name="T16" fmla="*/ 5819 w 7770"/>
                  <a:gd name="T17" fmla="*/ 7257 h 7770"/>
                  <a:gd name="T18" fmla="*/ 5397 w 7770"/>
                  <a:gd name="T19" fmla="*/ 7466 h 7770"/>
                  <a:gd name="T20" fmla="*/ 4949 w 7770"/>
                  <a:gd name="T21" fmla="*/ 7624 h 7770"/>
                  <a:gd name="T22" fmla="*/ 4478 w 7770"/>
                  <a:gd name="T23" fmla="*/ 7727 h 7770"/>
                  <a:gd name="T24" fmla="*/ 3985 w 7770"/>
                  <a:gd name="T25" fmla="*/ 7770 h 7770"/>
                  <a:gd name="T26" fmla="*/ 3586 w 7770"/>
                  <a:gd name="T27" fmla="*/ 7759 h 7770"/>
                  <a:gd name="T28" fmla="*/ 3102 w 7770"/>
                  <a:gd name="T29" fmla="*/ 7691 h 7770"/>
                  <a:gd name="T30" fmla="*/ 2639 w 7770"/>
                  <a:gd name="T31" fmla="*/ 7567 h 7770"/>
                  <a:gd name="T32" fmla="*/ 2201 w 7770"/>
                  <a:gd name="T33" fmla="*/ 7387 h 7770"/>
                  <a:gd name="T34" fmla="*/ 1790 w 7770"/>
                  <a:gd name="T35" fmla="*/ 7158 h 7770"/>
                  <a:gd name="T36" fmla="*/ 1413 w 7770"/>
                  <a:gd name="T37" fmla="*/ 6883 h 7770"/>
                  <a:gd name="T38" fmla="*/ 1072 w 7770"/>
                  <a:gd name="T39" fmla="*/ 6566 h 7770"/>
                  <a:gd name="T40" fmla="*/ 771 w 7770"/>
                  <a:gd name="T41" fmla="*/ 6210 h 7770"/>
                  <a:gd name="T42" fmla="*/ 513 w 7770"/>
                  <a:gd name="T43" fmla="*/ 5819 h 7770"/>
                  <a:gd name="T44" fmla="*/ 304 w 7770"/>
                  <a:gd name="T45" fmla="*/ 5397 h 7770"/>
                  <a:gd name="T46" fmla="*/ 146 w 7770"/>
                  <a:gd name="T47" fmla="*/ 4949 h 7770"/>
                  <a:gd name="T48" fmla="*/ 43 w 7770"/>
                  <a:gd name="T49" fmla="*/ 4478 h 7770"/>
                  <a:gd name="T50" fmla="*/ 0 w 7770"/>
                  <a:gd name="T51" fmla="*/ 3985 h 7770"/>
                  <a:gd name="T52" fmla="*/ 11 w 7770"/>
                  <a:gd name="T53" fmla="*/ 3586 h 7770"/>
                  <a:gd name="T54" fmla="*/ 79 w 7770"/>
                  <a:gd name="T55" fmla="*/ 3102 h 7770"/>
                  <a:gd name="T56" fmla="*/ 203 w 7770"/>
                  <a:gd name="T57" fmla="*/ 2639 h 7770"/>
                  <a:gd name="T58" fmla="*/ 383 w 7770"/>
                  <a:gd name="T59" fmla="*/ 2201 h 7770"/>
                  <a:gd name="T60" fmla="*/ 612 w 7770"/>
                  <a:gd name="T61" fmla="*/ 1790 h 7770"/>
                  <a:gd name="T62" fmla="*/ 887 w 7770"/>
                  <a:gd name="T63" fmla="*/ 1413 h 7770"/>
                  <a:gd name="T64" fmla="*/ 1204 w 7770"/>
                  <a:gd name="T65" fmla="*/ 1072 h 7770"/>
                  <a:gd name="T66" fmla="*/ 1560 w 7770"/>
                  <a:gd name="T67" fmla="*/ 771 h 7770"/>
                  <a:gd name="T68" fmla="*/ 1951 w 7770"/>
                  <a:gd name="T69" fmla="*/ 513 h 7770"/>
                  <a:gd name="T70" fmla="*/ 2373 w 7770"/>
                  <a:gd name="T71" fmla="*/ 304 h 7770"/>
                  <a:gd name="T72" fmla="*/ 2821 w 7770"/>
                  <a:gd name="T73" fmla="*/ 146 h 7770"/>
                  <a:gd name="T74" fmla="*/ 3292 w 7770"/>
                  <a:gd name="T75" fmla="*/ 43 h 7770"/>
                  <a:gd name="T76" fmla="*/ 3785 w 7770"/>
                  <a:gd name="T77" fmla="*/ 0 h 7770"/>
                  <a:gd name="T78" fmla="*/ 4184 w 7770"/>
                  <a:gd name="T79" fmla="*/ 11 h 7770"/>
                  <a:gd name="T80" fmla="*/ 4668 w 7770"/>
                  <a:gd name="T81" fmla="*/ 79 h 7770"/>
                  <a:gd name="T82" fmla="*/ 5131 w 7770"/>
                  <a:gd name="T83" fmla="*/ 203 h 7770"/>
                  <a:gd name="T84" fmla="*/ 5569 w 7770"/>
                  <a:gd name="T85" fmla="*/ 383 h 7770"/>
                  <a:gd name="T86" fmla="*/ 5980 w 7770"/>
                  <a:gd name="T87" fmla="*/ 612 h 7770"/>
                  <a:gd name="T88" fmla="*/ 6357 w 7770"/>
                  <a:gd name="T89" fmla="*/ 887 h 7770"/>
                  <a:gd name="T90" fmla="*/ 6698 w 7770"/>
                  <a:gd name="T91" fmla="*/ 1204 h 7770"/>
                  <a:gd name="T92" fmla="*/ 6999 w 7770"/>
                  <a:gd name="T93" fmla="*/ 1560 h 7770"/>
                  <a:gd name="T94" fmla="*/ 7257 w 7770"/>
                  <a:gd name="T95" fmla="*/ 1951 h 7770"/>
                  <a:gd name="T96" fmla="*/ 7466 w 7770"/>
                  <a:gd name="T97" fmla="*/ 2373 h 7770"/>
                  <a:gd name="T98" fmla="*/ 7624 w 7770"/>
                  <a:gd name="T99" fmla="*/ 2821 h 7770"/>
                  <a:gd name="T100" fmla="*/ 7727 w 7770"/>
                  <a:gd name="T101" fmla="*/ 3292 h 7770"/>
                  <a:gd name="T102" fmla="*/ 7770 w 7770"/>
                  <a:gd name="T103" fmla="*/ 3785 h 7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770" h="7770">
                    <a:moveTo>
                      <a:pt x="7770" y="3885"/>
                    </a:moveTo>
                    <a:lnTo>
                      <a:pt x="7770" y="3885"/>
                    </a:lnTo>
                    <a:lnTo>
                      <a:pt x="7770" y="3985"/>
                    </a:lnTo>
                    <a:lnTo>
                      <a:pt x="7765" y="4085"/>
                    </a:lnTo>
                    <a:lnTo>
                      <a:pt x="7759" y="4184"/>
                    </a:lnTo>
                    <a:lnTo>
                      <a:pt x="7751" y="4283"/>
                    </a:lnTo>
                    <a:lnTo>
                      <a:pt x="7740" y="4379"/>
                    </a:lnTo>
                    <a:lnTo>
                      <a:pt x="7727" y="4478"/>
                    </a:lnTo>
                    <a:lnTo>
                      <a:pt x="7711" y="4573"/>
                    </a:lnTo>
                    <a:lnTo>
                      <a:pt x="7691" y="4668"/>
                    </a:lnTo>
                    <a:lnTo>
                      <a:pt x="7672" y="4763"/>
                    </a:lnTo>
                    <a:lnTo>
                      <a:pt x="7648" y="4856"/>
                    </a:lnTo>
                    <a:lnTo>
                      <a:pt x="7624" y="4949"/>
                    </a:lnTo>
                    <a:lnTo>
                      <a:pt x="7596" y="5041"/>
                    </a:lnTo>
                    <a:lnTo>
                      <a:pt x="7567" y="5131"/>
                    </a:lnTo>
                    <a:lnTo>
                      <a:pt x="7535" y="5221"/>
                    </a:lnTo>
                    <a:lnTo>
                      <a:pt x="7501" y="5310"/>
                    </a:lnTo>
                    <a:lnTo>
                      <a:pt x="7466" y="5397"/>
                    </a:lnTo>
                    <a:lnTo>
                      <a:pt x="7427" y="5484"/>
                    </a:lnTo>
                    <a:lnTo>
                      <a:pt x="7387" y="5569"/>
                    </a:lnTo>
                    <a:lnTo>
                      <a:pt x="7345" y="5655"/>
                    </a:lnTo>
                    <a:lnTo>
                      <a:pt x="7302" y="5737"/>
                    </a:lnTo>
                    <a:lnTo>
                      <a:pt x="7257" y="5819"/>
                    </a:lnTo>
                    <a:lnTo>
                      <a:pt x="7208" y="5899"/>
                    </a:lnTo>
                    <a:lnTo>
                      <a:pt x="7158" y="5980"/>
                    </a:lnTo>
                    <a:lnTo>
                      <a:pt x="7107" y="6057"/>
                    </a:lnTo>
                    <a:lnTo>
                      <a:pt x="7054" y="6134"/>
                    </a:lnTo>
                    <a:lnTo>
                      <a:pt x="6999" y="6210"/>
                    </a:lnTo>
                    <a:lnTo>
                      <a:pt x="6943" y="6284"/>
                    </a:lnTo>
                    <a:lnTo>
                      <a:pt x="6883" y="6357"/>
                    </a:lnTo>
                    <a:lnTo>
                      <a:pt x="6824" y="6427"/>
                    </a:lnTo>
                    <a:lnTo>
                      <a:pt x="6761" y="6498"/>
                    </a:lnTo>
                    <a:lnTo>
                      <a:pt x="6698" y="6566"/>
                    </a:lnTo>
                    <a:lnTo>
                      <a:pt x="6634" y="6634"/>
                    </a:lnTo>
                    <a:lnTo>
                      <a:pt x="6566" y="6698"/>
                    </a:lnTo>
                    <a:lnTo>
                      <a:pt x="6498" y="6761"/>
                    </a:lnTo>
                    <a:lnTo>
                      <a:pt x="6427" y="6824"/>
                    </a:lnTo>
                    <a:lnTo>
                      <a:pt x="6357" y="6883"/>
                    </a:lnTo>
                    <a:lnTo>
                      <a:pt x="6284" y="6943"/>
                    </a:lnTo>
                    <a:lnTo>
                      <a:pt x="6210" y="6999"/>
                    </a:lnTo>
                    <a:lnTo>
                      <a:pt x="6134" y="7054"/>
                    </a:lnTo>
                    <a:lnTo>
                      <a:pt x="6057" y="7107"/>
                    </a:lnTo>
                    <a:lnTo>
                      <a:pt x="5980" y="7158"/>
                    </a:lnTo>
                    <a:lnTo>
                      <a:pt x="5899" y="7208"/>
                    </a:lnTo>
                    <a:lnTo>
                      <a:pt x="5819" y="7257"/>
                    </a:lnTo>
                    <a:lnTo>
                      <a:pt x="5737" y="7302"/>
                    </a:lnTo>
                    <a:lnTo>
                      <a:pt x="5655" y="7345"/>
                    </a:lnTo>
                    <a:lnTo>
                      <a:pt x="5569" y="7387"/>
                    </a:lnTo>
                    <a:lnTo>
                      <a:pt x="5484" y="7427"/>
                    </a:lnTo>
                    <a:lnTo>
                      <a:pt x="5397" y="7466"/>
                    </a:lnTo>
                    <a:lnTo>
                      <a:pt x="5310" y="7501"/>
                    </a:lnTo>
                    <a:lnTo>
                      <a:pt x="5221" y="7535"/>
                    </a:lnTo>
                    <a:lnTo>
                      <a:pt x="5131" y="7567"/>
                    </a:lnTo>
                    <a:lnTo>
                      <a:pt x="5041" y="7596"/>
                    </a:lnTo>
                    <a:lnTo>
                      <a:pt x="4949" y="7624"/>
                    </a:lnTo>
                    <a:lnTo>
                      <a:pt x="4856" y="7648"/>
                    </a:lnTo>
                    <a:lnTo>
                      <a:pt x="4763" y="7672"/>
                    </a:lnTo>
                    <a:lnTo>
                      <a:pt x="4668" y="7691"/>
                    </a:lnTo>
                    <a:lnTo>
                      <a:pt x="4573" y="7711"/>
                    </a:lnTo>
                    <a:lnTo>
                      <a:pt x="4478" y="7727"/>
                    </a:lnTo>
                    <a:lnTo>
                      <a:pt x="4379" y="7740"/>
                    </a:lnTo>
                    <a:lnTo>
                      <a:pt x="4283" y="7751"/>
                    </a:lnTo>
                    <a:lnTo>
                      <a:pt x="4184" y="7759"/>
                    </a:lnTo>
                    <a:lnTo>
                      <a:pt x="4085" y="7765"/>
                    </a:lnTo>
                    <a:lnTo>
                      <a:pt x="3985" y="7770"/>
                    </a:lnTo>
                    <a:lnTo>
                      <a:pt x="3885" y="7770"/>
                    </a:lnTo>
                    <a:lnTo>
                      <a:pt x="3885" y="7770"/>
                    </a:lnTo>
                    <a:lnTo>
                      <a:pt x="3785" y="7770"/>
                    </a:lnTo>
                    <a:lnTo>
                      <a:pt x="3685" y="7765"/>
                    </a:lnTo>
                    <a:lnTo>
                      <a:pt x="3586" y="7759"/>
                    </a:lnTo>
                    <a:lnTo>
                      <a:pt x="3487" y="7751"/>
                    </a:lnTo>
                    <a:lnTo>
                      <a:pt x="3391" y="7740"/>
                    </a:lnTo>
                    <a:lnTo>
                      <a:pt x="3292" y="7727"/>
                    </a:lnTo>
                    <a:lnTo>
                      <a:pt x="3197" y="7711"/>
                    </a:lnTo>
                    <a:lnTo>
                      <a:pt x="3102" y="7691"/>
                    </a:lnTo>
                    <a:lnTo>
                      <a:pt x="3007" y="7672"/>
                    </a:lnTo>
                    <a:lnTo>
                      <a:pt x="2914" y="7648"/>
                    </a:lnTo>
                    <a:lnTo>
                      <a:pt x="2821" y="7624"/>
                    </a:lnTo>
                    <a:lnTo>
                      <a:pt x="2729" y="7596"/>
                    </a:lnTo>
                    <a:lnTo>
                      <a:pt x="2639" y="7567"/>
                    </a:lnTo>
                    <a:lnTo>
                      <a:pt x="2549" y="7535"/>
                    </a:lnTo>
                    <a:lnTo>
                      <a:pt x="2460" y="7501"/>
                    </a:lnTo>
                    <a:lnTo>
                      <a:pt x="2373" y="7466"/>
                    </a:lnTo>
                    <a:lnTo>
                      <a:pt x="2286" y="7427"/>
                    </a:lnTo>
                    <a:lnTo>
                      <a:pt x="2201" y="7387"/>
                    </a:lnTo>
                    <a:lnTo>
                      <a:pt x="2115" y="7345"/>
                    </a:lnTo>
                    <a:lnTo>
                      <a:pt x="2033" y="7302"/>
                    </a:lnTo>
                    <a:lnTo>
                      <a:pt x="1951" y="7257"/>
                    </a:lnTo>
                    <a:lnTo>
                      <a:pt x="1871" y="7208"/>
                    </a:lnTo>
                    <a:lnTo>
                      <a:pt x="1790" y="7158"/>
                    </a:lnTo>
                    <a:lnTo>
                      <a:pt x="1713" y="7107"/>
                    </a:lnTo>
                    <a:lnTo>
                      <a:pt x="1636" y="7054"/>
                    </a:lnTo>
                    <a:lnTo>
                      <a:pt x="1560" y="6999"/>
                    </a:lnTo>
                    <a:lnTo>
                      <a:pt x="1486" y="6943"/>
                    </a:lnTo>
                    <a:lnTo>
                      <a:pt x="1413" y="6883"/>
                    </a:lnTo>
                    <a:lnTo>
                      <a:pt x="1343" y="6824"/>
                    </a:lnTo>
                    <a:lnTo>
                      <a:pt x="1272" y="6761"/>
                    </a:lnTo>
                    <a:lnTo>
                      <a:pt x="1204" y="6698"/>
                    </a:lnTo>
                    <a:lnTo>
                      <a:pt x="1136" y="6634"/>
                    </a:lnTo>
                    <a:lnTo>
                      <a:pt x="1072" y="6566"/>
                    </a:lnTo>
                    <a:lnTo>
                      <a:pt x="1009" y="6498"/>
                    </a:lnTo>
                    <a:lnTo>
                      <a:pt x="946" y="6427"/>
                    </a:lnTo>
                    <a:lnTo>
                      <a:pt x="887" y="6357"/>
                    </a:lnTo>
                    <a:lnTo>
                      <a:pt x="827" y="6284"/>
                    </a:lnTo>
                    <a:lnTo>
                      <a:pt x="771" y="6210"/>
                    </a:lnTo>
                    <a:lnTo>
                      <a:pt x="716" y="6134"/>
                    </a:lnTo>
                    <a:lnTo>
                      <a:pt x="663" y="6057"/>
                    </a:lnTo>
                    <a:lnTo>
                      <a:pt x="612" y="5980"/>
                    </a:lnTo>
                    <a:lnTo>
                      <a:pt x="562" y="5899"/>
                    </a:lnTo>
                    <a:lnTo>
                      <a:pt x="513" y="5819"/>
                    </a:lnTo>
                    <a:lnTo>
                      <a:pt x="468" y="5737"/>
                    </a:lnTo>
                    <a:lnTo>
                      <a:pt x="425" y="5655"/>
                    </a:lnTo>
                    <a:lnTo>
                      <a:pt x="383" y="5569"/>
                    </a:lnTo>
                    <a:lnTo>
                      <a:pt x="343" y="5484"/>
                    </a:lnTo>
                    <a:lnTo>
                      <a:pt x="304" y="5397"/>
                    </a:lnTo>
                    <a:lnTo>
                      <a:pt x="269" y="5310"/>
                    </a:lnTo>
                    <a:lnTo>
                      <a:pt x="235" y="5221"/>
                    </a:lnTo>
                    <a:lnTo>
                      <a:pt x="203" y="5131"/>
                    </a:lnTo>
                    <a:lnTo>
                      <a:pt x="174" y="5041"/>
                    </a:lnTo>
                    <a:lnTo>
                      <a:pt x="146" y="4949"/>
                    </a:lnTo>
                    <a:lnTo>
                      <a:pt x="122" y="4856"/>
                    </a:lnTo>
                    <a:lnTo>
                      <a:pt x="98" y="4763"/>
                    </a:lnTo>
                    <a:lnTo>
                      <a:pt x="79" y="4668"/>
                    </a:lnTo>
                    <a:lnTo>
                      <a:pt x="59" y="4573"/>
                    </a:lnTo>
                    <a:lnTo>
                      <a:pt x="43" y="4478"/>
                    </a:lnTo>
                    <a:lnTo>
                      <a:pt x="30" y="4379"/>
                    </a:lnTo>
                    <a:lnTo>
                      <a:pt x="19" y="4283"/>
                    </a:lnTo>
                    <a:lnTo>
                      <a:pt x="11" y="4184"/>
                    </a:lnTo>
                    <a:lnTo>
                      <a:pt x="5" y="4085"/>
                    </a:lnTo>
                    <a:lnTo>
                      <a:pt x="0" y="3985"/>
                    </a:lnTo>
                    <a:lnTo>
                      <a:pt x="0" y="3885"/>
                    </a:lnTo>
                    <a:lnTo>
                      <a:pt x="0" y="3885"/>
                    </a:lnTo>
                    <a:lnTo>
                      <a:pt x="0" y="3785"/>
                    </a:lnTo>
                    <a:lnTo>
                      <a:pt x="5" y="3685"/>
                    </a:lnTo>
                    <a:lnTo>
                      <a:pt x="11" y="3586"/>
                    </a:lnTo>
                    <a:lnTo>
                      <a:pt x="19" y="3487"/>
                    </a:lnTo>
                    <a:lnTo>
                      <a:pt x="30" y="3391"/>
                    </a:lnTo>
                    <a:lnTo>
                      <a:pt x="43" y="3292"/>
                    </a:lnTo>
                    <a:lnTo>
                      <a:pt x="59" y="3197"/>
                    </a:lnTo>
                    <a:lnTo>
                      <a:pt x="79" y="3102"/>
                    </a:lnTo>
                    <a:lnTo>
                      <a:pt x="98" y="3007"/>
                    </a:lnTo>
                    <a:lnTo>
                      <a:pt x="122" y="2914"/>
                    </a:lnTo>
                    <a:lnTo>
                      <a:pt x="146" y="2821"/>
                    </a:lnTo>
                    <a:lnTo>
                      <a:pt x="174" y="2729"/>
                    </a:lnTo>
                    <a:lnTo>
                      <a:pt x="203" y="2639"/>
                    </a:lnTo>
                    <a:lnTo>
                      <a:pt x="235" y="2549"/>
                    </a:lnTo>
                    <a:lnTo>
                      <a:pt x="269" y="2460"/>
                    </a:lnTo>
                    <a:lnTo>
                      <a:pt x="304" y="2373"/>
                    </a:lnTo>
                    <a:lnTo>
                      <a:pt x="343" y="2286"/>
                    </a:lnTo>
                    <a:lnTo>
                      <a:pt x="383" y="2201"/>
                    </a:lnTo>
                    <a:lnTo>
                      <a:pt x="425" y="2115"/>
                    </a:lnTo>
                    <a:lnTo>
                      <a:pt x="468" y="2033"/>
                    </a:lnTo>
                    <a:lnTo>
                      <a:pt x="513" y="1951"/>
                    </a:lnTo>
                    <a:lnTo>
                      <a:pt x="562" y="1871"/>
                    </a:lnTo>
                    <a:lnTo>
                      <a:pt x="612" y="1790"/>
                    </a:lnTo>
                    <a:lnTo>
                      <a:pt x="663" y="1713"/>
                    </a:lnTo>
                    <a:lnTo>
                      <a:pt x="716" y="1636"/>
                    </a:lnTo>
                    <a:lnTo>
                      <a:pt x="771" y="1560"/>
                    </a:lnTo>
                    <a:lnTo>
                      <a:pt x="827" y="1486"/>
                    </a:lnTo>
                    <a:lnTo>
                      <a:pt x="887" y="1413"/>
                    </a:lnTo>
                    <a:lnTo>
                      <a:pt x="946" y="1343"/>
                    </a:lnTo>
                    <a:lnTo>
                      <a:pt x="1009" y="1272"/>
                    </a:lnTo>
                    <a:lnTo>
                      <a:pt x="1072" y="1204"/>
                    </a:lnTo>
                    <a:lnTo>
                      <a:pt x="1136" y="1136"/>
                    </a:lnTo>
                    <a:lnTo>
                      <a:pt x="1204" y="1072"/>
                    </a:lnTo>
                    <a:lnTo>
                      <a:pt x="1272" y="1009"/>
                    </a:lnTo>
                    <a:lnTo>
                      <a:pt x="1343" y="946"/>
                    </a:lnTo>
                    <a:lnTo>
                      <a:pt x="1413" y="887"/>
                    </a:lnTo>
                    <a:lnTo>
                      <a:pt x="1486" y="827"/>
                    </a:lnTo>
                    <a:lnTo>
                      <a:pt x="1560" y="771"/>
                    </a:lnTo>
                    <a:lnTo>
                      <a:pt x="1636" y="716"/>
                    </a:lnTo>
                    <a:lnTo>
                      <a:pt x="1713" y="663"/>
                    </a:lnTo>
                    <a:lnTo>
                      <a:pt x="1790" y="612"/>
                    </a:lnTo>
                    <a:lnTo>
                      <a:pt x="1871" y="562"/>
                    </a:lnTo>
                    <a:lnTo>
                      <a:pt x="1951" y="513"/>
                    </a:lnTo>
                    <a:lnTo>
                      <a:pt x="2033" y="468"/>
                    </a:lnTo>
                    <a:lnTo>
                      <a:pt x="2115" y="425"/>
                    </a:lnTo>
                    <a:lnTo>
                      <a:pt x="2201" y="383"/>
                    </a:lnTo>
                    <a:lnTo>
                      <a:pt x="2286" y="343"/>
                    </a:lnTo>
                    <a:lnTo>
                      <a:pt x="2373" y="304"/>
                    </a:lnTo>
                    <a:lnTo>
                      <a:pt x="2460" y="269"/>
                    </a:lnTo>
                    <a:lnTo>
                      <a:pt x="2549" y="235"/>
                    </a:lnTo>
                    <a:lnTo>
                      <a:pt x="2639" y="203"/>
                    </a:lnTo>
                    <a:lnTo>
                      <a:pt x="2729" y="174"/>
                    </a:lnTo>
                    <a:lnTo>
                      <a:pt x="2821" y="146"/>
                    </a:lnTo>
                    <a:lnTo>
                      <a:pt x="2914" y="122"/>
                    </a:lnTo>
                    <a:lnTo>
                      <a:pt x="3007" y="98"/>
                    </a:lnTo>
                    <a:lnTo>
                      <a:pt x="3102" y="79"/>
                    </a:lnTo>
                    <a:lnTo>
                      <a:pt x="3197" y="59"/>
                    </a:lnTo>
                    <a:lnTo>
                      <a:pt x="3292" y="43"/>
                    </a:lnTo>
                    <a:lnTo>
                      <a:pt x="3391" y="30"/>
                    </a:lnTo>
                    <a:lnTo>
                      <a:pt x="3487" y="19"/>
                    </a:lnTo>
                    <a:lnTo>
                      <a:pt x="3586" y="11"/>
                    </a:lnTo>
                    <a:lnTo>
                      <a:pt x="3685" y="5"/>
                    </a:lnTo>
                    <a:lnTo>
                      <a:pt x="3785" y="0"/>
                    </a:lnTo>
                    <a:lnTo>
                      <a:pt x="3885" y="0"/>
                    </a:lnTo>
                    <a:lnTo>
                      <a:pt x="3885" y="0"/>
                    </a:lnTo>
                    <a:lnTo>
                      <a:pt x="3985" y="0"/>
                    </a:lnTo>
                    <a:lnTo>
                      <a:pt x="4085" y="5"/>
                    </a:lnTo>
                    <a:lnTo>
                      <a:pt x="4184" y="11"/>
                    </a:lnTo>
                    <a:lnTo>
                      <a:pt x="4283" y="19"/>
                    </a:lnTo>
                    <a:lnTo>
                      <a:pt x="4379" y="30"/>
                    </a:lnTo>
                    <a:lnTo>
                      <a:pt x="4478" y="43"/>
                    </a:lnTo>
                    <a:lnTo>
                      <a:pt x="4573" y="59"/>
                    </a:lnTo>
                    <a:lnTo>
                      <a:pt x="4668" y="79"/>
                    </a:lnTo>
                    <a:lnTo>
                      <a:pt x="4763" y="98"/>
                    </a:lnTo>
                    <a:lnTo>
                      <a:pt x="4856" y="122"/>
                    </a:lnTo>
                    <a:lnTo>
                      <a:pt x="4949" y="146"/>
                    </a:lnTo>
                    <a:lnTo>
                      <a:pt x="5041" y="174"/>
                    </a:lnTo>
                    <a:lnTo>
                      <a:pt x="5131" y="203"/>
                    </a:lnTo>
                    <a:lnTo>
                      <a:pt x="5221" y="235"/>
                    </a:lnTo>
                    <a:lnTo>
                      <a:pt x="5310" y="269"/>
                    </a:lnTo>
                    <a:lnTo>
                      <a:pt x="5397" y="304"/>
                    </a:lnTo>
                    <a:lnTo>
                      <a:pt x="5484" y="343"/>
                    </a:lnTo>
                    <a:lnTo>
                      <a:pt x="5569" y="383"/>
                    </a:lnTo>
                    <a:lnTo>
                      <a:pt x="5655" y="425"/>
                    </a:lnTo>
                    <a:lnTo>
                      <a:pt x="5737" y="468"/>
                    </a:lnTo>
                    <a:lnTo>
                      <a:pt x="5819" y="513"/>
                    </a:lnTo>
                    <a:lnTo>
                      <a:pt x="5899" y="562"/>
                    </a:lnTo>
                    <a:lnTo>
                      <a:pt x="5980" y="612"/>
                    </a:lnTo>
                    <a:lnTo>
                      <a:pt x="6057" y="663"/>
                    </a:lnTo>
                    <a:lnTo>
                      <a:pt x="6134" y="716"/>
                    </a:lnTo>
                    <a:lnTo>
                      <a:pt x="6210" y="771"/>
                    </a:lnTo>
                    <a:lnTo>
                      <a:pt x="6284" y="827"/>
                    </a:lnTo>
                    <a:lnTo>
                      <a:pt x="6357" y="887"/>
                    </a:lnTo>
                    <a:lnTo>
                      <a:pt x="6427" y="946"/>
                    </a:lnTo>
                    <a:lnTo>
                      <a:pt x="6498" y="1009"/>
                    </a:lnTo>
                    <a:lnTo>
                      <a:pt x="6566" y="1072"/>
                    </a:lnTo>
                    <a:lnTo>
                      <a:pt x="6634" y="1136"/>
                    </a:lnTo>
                    <a:lnTo>
                      <a:pt x="6698" y="1204"/>
                    </a:lnTo>
                    <a:lnTo>
                      <a:pt x="6761" y="1272"/>
                    </a:lnTo>
                    <a:lnTo>
                      <a:pt x="6824" y="1343"/>
                    </a:lnTo>
                    <a:lnTo>
                      <a:pt x="6883" y="1413"/>
                    </a:lnTo>
                    <a:lnTo>
                      <a:pt x="6943" y="1486"/>
                    </a:lnTo>
                    <a:lnTo>
                      <a:pt x="6999" y="1560"/>
                    </a:lnTo>
                    <a:lnTo>
                      <a:pt x="7054" y="1636"/>
                    </a:lnTo>
                    <a:lnTo>
                      <a:pt x="7107" y="1713"/>
                    </a:lnTo>
                    <a:lnTo>
                      <a:pt x="7158" y="1790"/>
                    </a:lnTo>
                    <a:lnTo>
                      <a:pt x="7208" y="1871"/>
                    </a:lnTo>
                    <a:lnTo>
                      <a:pt x="7257" y="1951"/>
                    </a:lnTo>
                    <a:lnTo>
                      <a:pt x="7302" y="2033"/>
                    </a:lnTo>
                    <a:lnTo>
                      <a:pt x="7345" y="2115"/>
                    </a:lnTo>
                    <a:lnTo>
                      <a:pt x="7387" y="2201"/>
                    </a:lnTo>
                    <a:lnTo>
                      <a:pt x="7427" y="2286"/>
                    </a:lnTo>
                    <a:lnTo>
                      <a:pt x="7466" y="2373"/>
                    </a:lnTo>
                    <a:lnTo>
                      <a:pt x="7501" y="2460"/>
                    </a:lnTo>
                    <a:lnTo>
                      <a:pt x="7535" y="2549"/>
                    </a:lnTo>
                    <a:lnTo>
                      <a:pt x="7567" y="2639"/>
                    </a:lnTo>
                    <a:lnTo>
                      <a:pt x="7596" y="2729"/>
                    </a:lnTo>
                    <a:lnTo>
                      <a:pt x="7624" y="2821"/>
                    </a:lnTo>
                    <a:lnTo>
                      <a:pt x="7648" y="2914"/>
                    </a:lnTo>
                    <a:lnTo>
                      <a:pt x="7672" y="3007"/>
                    </a:lnTo>
                    <a:lnTo>
                      <a:pt x="7691" y="3102"/>
                    </a:lnTo>
                    <a:lnTo>
                      <a:pt x="7711" y="3197"/>
                    </a:lnTo>
                    <a:lnTo>
                      <a:pt x="7727" y="3292"/>
                    </a:lnTo>
                    <a:lnTo>
                      <a:pt x="7740" y="3391"/>
                    </a:lnTo>
                    <a:lnTo>
                      <a:pt x="7751" y="3487"/>
                    </a:lnTo>
                    <a:lnTo>
                      <a:pt x="7759" y="3586"/>
                    </a:lnTo>
                    <a:lnTo>
                      <a:pt x="7765" y="3685"/>
                    </a:lnTo>
                    <a:lnTo>
                      <a:pt x="7770" y="3785"/>
                    </a:lnTo>
                    <a:lnTo>
                      <a:pt x="7770" y="3885"/>
                    </a:lnTo>
                    <a:lnTo>
                      <a:pt x="7770" y="3885"/>
                    </a:lnTo>
                    <a:close/>
                  </a:path>
                </a:pathLst>
              </a:custGeom>
              <a:noFill/>
              <a:ln w="6350" cmpd="sng">
                <a:solidFill>
                  <a:schemeClr val="tx1"/>
                </a:solidFill>
                <a:prstDash val="sysDot"/>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4" name="Freeform 53"/>
              <p:cNvSpPr>
                <a:spLocks/>
              </p:cNvSpPr>
              <p:nvPr/>
            </p:nvSpPr>
            <p:spPr bwMode="auto">
              <a:xfrm>
                <a:off x="2147444" y="1017144"/>
                <a:ext cx="4849112" cy="4849112"/>
              </a:xfrm>
              <a:custGeom>
                <a:avLst/>
                <a:gdLst>
                  <a:gd name="T0" fmla="*/ 8627 w 8640"/>
                  <a:gd name="T1" fmla="*/ 4652 h 8640"/>
                  <a:gd name="T2" fmla="*/ 8551 w 8640"/>
                  <a:gd name="T3" fmla="*/ 5191 h 8640"/>
                  <a:gd name="T4" fmla="*/ 8413 w 8640"/>
                  <a:gd name="T5" fmla="*/ 5705 h 8640"/>
                  <a:gd name="T6" fmla="*/ 8213 w 8640"/>
                  <a:gd name="T7" fmla="*/ 6193 h 8640"/>
                  <a:gd name="T8" fmla="*/ 7959 w 8640"/>
                  <a:gd name="T9" fmla="*/ 6648 h 8640"/>
                  <a:gd name="T10" fmla="*/ 7653 w 8640"/>
                  <a:gd name="T11" fmla="*/ 7069 h 8640"/>
                  <a:gd name="T12" fmla="*/ 7300 w 8640"/>
                  <a:gd name="T13" fmla="*/ 7447 h 8640"/>
                  <a:gd name="T14" fmla="*/ 6904 w 8640"/>
                  <a:gd name="T15" fmla="*/ 7782 h 8640"/>
                  <a:gd name="T16" fmla="*/ 6470 w 8640"/>
                  <a:gd name="T17" fmla="*/ 8067 h 8640"/>
                  <a:gd name="T18" fmla="*/ 6001 w 8640"/>
                  <a:gd name="T19" fmla="*/ 8300 h 8640"/>
                  <a:gd name="T20" fmla="*/ 5502 w 8640"/>
                  <a:gd name="T21" fmla="*/ 8476 h 8640"/>
                  <a:gd name="T22" fmla="*/ 4979 w 8640"/>
                  <a:gd name="T23" fmla="*/ 8590 h 8640"/>
                  <a:gd name="T24" fmla="*/ 4431 w 8640"/>
                  <a:gd name="T25" fmla="*/ 8638 h 8640"/>
                  <a:gd name="T26" fmla="*/ 3988 w 8640"/>
                  <a:gd name="T27" fmla="*/ 8627 h 8640"/>
                  <a:gd name="T28" fmla="*/ 3449 w 8640"/>
                  <a:gd name="T29" fmla="*/ 8551 h 8640"/>
                  <a:gd name="T30" fmla="*/ 2935 w 8640"/>
                  <a:gd name="T31" fmla="*/ 8413 h 8640"/>
                  <a:gd name="T32" fmla="*/ 2447 w 8640"/>
                  <a:gd name="T33" fmla="*/ 8213 h 8640"/>
                  <a:gd name="T34" fmla="*/ 1992 w 8640"/>
                  <a:gd name="T35" fmla="*/ 7959 h 8640"/>
                  <a:gd name="T36" fmla="*/ 1571 w 8640"/>
                  <a:gd name="T37" fmla="*/ 7653 h 8640"/>
                  <a:gd name="T38" fmla="*/ 1193 w 8640"/>
                  <a:gd name="T39" fmla="*/ 7300 h 8640"/>
                  <a:gd name="T40" fmla="*/ 858 w 8640"/>
                  <a:gd name="T41" fmla="*/ 6904 h 8640"/>
                  <a:gd name="T42" fmla="*/ 573 w 8640"/>
                  <a:gd name="T43" fmla="*/ 6470 h 8640"/>
                  <a:gd name="T44" fmla="*/ 340 w 8640"/>
                  <a:gd name="T45" fmla="*/ 6001 h 8640"/>
                  <a:gd name="T46" fmla="*/ 164 w 8640"/>
                  <a:gd name="T47" fmla="*/ 5502 h 8640"/>
                  <a:gd name="T48" fmla="*/ 50 w 8640"/>
                  <a:gd name="T49" fmla="*/ 4979 h 8640"/>
                  <a:gd name="T50" fmla="*/ 2 w 8640"/>
                  <a:gd name="T51" fmla="*/ 4431 h 8640"/>
                  <a:gd name="T52" fmla="*/ 13 w 8640"/>
                  <a:gd name="T53" fmla="*/ 3988 h 8640"/>
                  <a:gd name="T54" fmla="*/ 89 w 8640"/>
                  <a:gd name="T55" fmla="*/ 3449 h 8640"/>
                  <a:gd name="T56" fmla="*/ 227 w 8640"/>
                  <a:gd name="T57" fmla="*/ 2935 h 8640"/>
                  <a:gd name="T58" fmla="*/ 427 w 8640"/>
                  <a:gd name="T59" fmla="*/ 2447 h 8640"/>
                  <a:gd name="T60" fmla="*/ 681 w 8640"/>
                  <a:gd name="T61" fmla="*/ 1992 h 8640"/>
                  <a:gd name="T62" fmla="*/ 987 w 8640"/>
                  <a:gd name="T63" fmla="*/ 1571 h 8640"/>
                  <a:gd name="T64" fmla="*/ 1340 w 8640"/>
                  <a:gd name="T65" fmla="*/ 1193 h 8640"/>
                  <a:gd name="T66" fmla="*/ 1736 w 8640"/>
                  <a:gd name="T67" fmla="*/ 858 h 8640"/>
                  <a:gd name="T68" fmla="*/ 2170 w 8640"/>
                  <a:gd name="T69" fmla="*/ 573 h 8640"/>
                  <a:gd name="T70" fmla="*/ 2639 w 8640"/>
                  <a:gd name="T71" fmla="*/ 340 h 8640"/>
                  <a:gd name="T72" fmla="*/ 3138 w 8640"/>
                  <a:gd name="T73" fmla="*/ 164 h 8640"/>
                  <a:gd name="T74" fmla="*/ 3661 w 8640"/>
                  <a:gd name="T75" fmla="*/ 50 h 8640"/>
                  <a:gd name="T76" fmla="*/ 4209 w 8640"/>
                  <a:gd name="T77" fmla="*/ 2 h 8640"/>
                  <a:gd name="T78" fmla="*/ 4652 w 8640"/>
                  <a:gd name="T79" fmla="*/ 13 h 8640"/>
                  <a:gd name="T80" fmla="*/ 5191 w 8640"/>
                  <a:gd name="T81" fmla="*/ 89 h 8640"/>
                  <a:gd name="T82" fmla="*/ 5705 w 8640"/>
                  <a:gd name="T83" fmla="*/ 227 h 8640"/>
                  <a:gd name="T84" fmla="*/ 6193 w 8640"/>
                  <a:gd name="T85" fmla="*/ 427 h 8640"/>
                  <a:gd name="T86" fmla="*/ 6648 w 8640"/>
                  <a:gd name="T87" fmla="*/ 681 h 8640"/>
                  <a:gd name="T88" fmla="*/ 7069 w 8640"/>
                  <a:gd name="T89" fmla="*/ 987 h 8640"/>
                  <a:gd name="T90" fmla="*/ 7447 w 8640"/>
                  <a:gd name="T91" fmla="*/ 1340 h 8640"/>
                  <a:gd name="T92" fmla="*/ 7782 w 8640"/>
                  <a:gd name="T93" fmla="*/ 1736 h 8640"/>
                  <a:gd name="T94" fmla="*/ 8067 w 8640"/>
                  <a:gd name="T95" fmla="*/ 2170 h 8640"/>
                  <a:gd name="T96" fmla="*/ 8300 w 8640"/>
                  <a:gd name="T97" fmla="*/ 2639 h 8640"/>
                  <a:gd name="T98" fmla="*/ 8476 w 8640"/>
                  <a:gd name="T99" fmla="*/ 3138 h 8640"/>
                  <a:gd name="T100" fmla="*/ 8590 w 8640"/>
                  <a:gd name="T101" fmla="*/ 3661 h 8640"/>
                  <a:gd name="T102" fmla="*/ 8638 w 8640"/>
                  <a:gd name="T103" fmla="*/ 4209 h 8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640" h="8640">
                    <a:moveTo>
                      <a:pt x="8640" y="4320"/>
                    </a:moveTo>
                    <a:lnTo>
                      <a:pt x="8640" y="4320"/>
                    </a:lnTo>
                    <a:lnTo>
                      <a:pt x="8638" y="4431"/>
                    </a:lnTo>
                    <a:lnTo>
                      <a:pt x="8634" y="4542"/>
                    </a:lnTo>
                    <a:lnTo>
                      <a:pt x="8627" y="4652"/>
                    </a:lnTo>
                    <a:lnTo>
                      <a:pt x="8617" y="4761"/>
                    </a:lnTo>
                    <a:lnTo>
                      <a:pt x="8605" y="4871"/>
                    </a:lnTo>
                    <a:lnTo>
                      <a:pt x="8590" y="4979"/>
                    </a:lnTo>
                    <a:lnTo>
                      <a:pt x="8572" y="5085"/>
                    </a:lnTo>
                    <a:lnTo>
                      <a:pt x="8551" y="5191"/>
                    </a:lnTo>
                    <a:lnTo>
                      <a:pt x="8529" y="5296"/>
                    </a:lnTo>
                    <a:lnTo>
                      <a:pt x="8503" y="5399"/>
                    </a:lnTo>
                    <a:lnTo>
                      <a:pt x="8476" y="5502"/>
                    </a:lnTo>
                    <a:lnTo>
                      <a:pt x="8445" y="5605"/>
                    </a:lnTo>
                    <a:lnTo>
                      <a:pt x="8413" y="5705"/>
                    </a:lnTo>
                    <a:lnTo>
                      <a:pt x="8378" y="5805"/>
                    </a:lnTo>
                    <a:lnTo>
                      <a:pt x="8341" y="5904"/>
                    </a:lnTo>
                    <a:lnTo>
                      <a:pt x="8300" y="6001"/>
                    </a:lnTo>
                    <a:lnTo>
                      <a:pt x="8258" y="6098"/>
                    </a:lnTo>
                    <a:lnTo>
                      <a:pt x="8213" y="6193"/>
                    </a:lnTo>
                    <a:lnTo>
                      <a:pt x="8167" y="6286"/>
                    </a:lnTo>
                    <a:lnTo>
                      <a:pt x="8118" y="6379"/>
                    </a:lnTo>
                    <a:lnTo>
                      <a:pt x="8067" y="6470"/>
                    </a:lnTo>
                    <a:lnTo>
                      <a:pt x="8014" y="6560"/>
                    </a:lnTo>
                    <a:lnTo>
                      <a:pt x="7959" y="6648"/>
                    </a:lnTo>
                    <a:lnTo>
                      <a:pt x="7903" y="6735"/>
                    </a:lnTo>
                    <a:lnTo>
                      <a:pt x="7843" y="6821"/>
                    </a:lnTo>
                    <a:lnTo>
                      <a:pt x="7782" y="6904"/>
                    </a:lnTo>
                    <a:lnTo>
                      <a:pt x="7719" y="6986"/>
                    </a:lnTo>
                    <a:lnTo>
                      <a:pt x="7653" y="7069"/>
                    </a:lnTo>
                    <a:lnTo>
                      <a:pt x="7587" y="7147"/>
                    </a:lnTo>
                    <a:lnTo>
                      <a:pt x="7518" y="7225"/>
                    </a:lnTo>
                    <a:lnTo>
                      <a:pt x="7447" y="7300"/>
                    </a:lnTo>
                    <a:lnTo>
                      <a:pt x="7374" y="7374"/>
                    </a:lnTo>
                    <a:lnTo>
                      <a:pt x="7300" y="7447"/>
                    </a:lnTo>
                    <a:lnTo>
                      <a:pt x="7225" y="7518"/>
                    </a:lnTo>
                    <a:lnTo>
                      <a:pt x="7147" y="7587"/>
                    </a:lnTo>
                    <a:lnTo>
                      <a:pt x="7069" y="7653"/>
                    </a:lnTo>
                    <a:lnTo>
                      <a:pt x="6986" y="7719"/>
                    </a:lnTo>
                    <a:lnTo>
                      <a:pt x="6904" y="7782"/>
                    </a:lnTo>
                    <a:lnTo>
                      <a:pt x="6821" y="7843"/>
                    </a:lnTo>
                    <a:lnTo>
                      <a:pt x="6735" y="7903"/>
                    </a:lnTo>
                    <a:lnTo>
                      <a:pt x="6648" y="7959"/>
                    </a:lnTo>
                    <a:lnTo>
                      <a:pt x="6560" y="8014"/>
                    </a:lnTo>
                    <a:lnTo>
                      <a:pt x="6470" y="8067"/>
                    </a:lnTo>
                    <a:lnTo>
                      <a:pt x="6379" y="8118"/>
                    </a:lnTo>
                    <a:lnTo>
                      <a:pt x="6286" y="8167"/>
                    </a:lnTo>
                    <a:lnTo>
                      <a:pt x="6193" y="8213"/>
                    </a:lnTo>
                    <a:lnTo>
                      <a:pt x="6098" y="8258"/>
                    </a:lnTo>
                    <a:lnTo>
                      <a:pt x="6001" y="8300"/>
                    </a:lnTo>
                    <a:lnTo>
                      <a:pt x="5904" y="8341"/>
                    </a:lnTo>
                    <a:lnTo>
                      <a:pt x="5805" y="8378"/>
                    </a:lnTo>
                    <a:lnTo>
                      <a:pt x="5705" y="8413"/>
                    </a:lnTo>
                    <a:lnTo>
                      <a:pt x="5605" y="8445"/>
                    </a:lnTo>
                    <a:lnTo>
                      <a:pt x="5502" y="8476"/>
                    </a:lnTo>
                    <a:lnTo>
                      <a:pt x="5399" y="8503"/>
                    </a:lnTo>
                    <a:lnTo>
                      <a:pt x="5296" y="8529"/>
                    </a:lnTo>
                    <a:lnTo>
                      <a:pt x="5191" y="8551"/>
                    </a:lnTo>
                    <a:lnTo>
                      <a:pt x="5085" y="8572"/>
                    </a:lnTo>
                    <a:lnTo>
                      <a:pt x="4979" y="8590"/>
                    </a:lnTo>
                    <a:lnTo>
                      <a:pt x="4871" y="8605"/>
                    </a:lnTo>
                    <a:lnTo>
                      <a:pt x="4761" y="8617"/>
                    </a:lnTo>
                    <a:lnTo>
                      <a:pt x="4652" y="8627"/>
                    </a:lnTo>
                    <a:lnTo>
                      <a:pt x="4542" y="8634"/>
                    </a:lnTo>
                    <a:lnTo>
                      <a:pt x="4431" y="8638"/>
                    </a:lnTo>
                    <a:lnTo>
                      <a:pt x="4320" y="8640"/>
                    </a:lnTo>
                    <a:lnTo>
                      <a:pt x="4320" y="8640"/>
                    </a:lnTo>
                    <a:lnTo>
                      <a:pt x="4209" y="8638"/>
                    </a:lnTo>
                    <a:lnTo>
                      <a:pt x="4098" y="8634"/>
                    </a:lnTo>
                    <a:lnTo>
                      <a:pt x="3988" y="8627"/>
                    </a:lnTo>
                    <a:lnTo>
                      <a:pt x="3879" y="8617"/>
                    </a:lnTo>
                    <a:lnTo>
                      <a:pt x="3769" y="8605"/>
                    </a:lnTo>
                    <a:lnTo>
                      <a:pt x="3661" y="8590"/>
                    </a:lnTo>
                    <a:lnTo>
                      <a:pt x="3555" y="8572"/>
                    </a:lnTo>
                    <a:lnTo>
                      <a:pt x="3449" y="8551"/>
                    </a:lnTo>
                    <a:lnTo>
                      <a:pt x="3344" y="8529"/>
                    </a:lnTo>
                    <a:lnTo>
                      <a:pt x="3241" y="8503"/>
                    </a:lnTo>
                    <a:lnTo>
                      <a:pt x="3138" y="8476"/>
                    </a:lnTo>
                    <a:lnTo>
                      <a:pt x="3035" y="8445"/>
                    </a:lnTo>
                    <a:lnTo>
                      <a:pt x="2935" y="8413"/>
                    </a:lnTo>
                    <a:lnTo>
                      <a:pt x="2835" y="8378"/>
                    </a:lnTo>
                    <a:lnTo>
                      <a:pt x="2736" y="8341"/>
                    </a:lnTo>
                    <a:lnTo>
                      <a:pt x="2639" y="8300"/>
                    </a:lnTo>
                    <a:lnTo>
                      <a:pt x="2542" y="8258"/>
                    </a:lnTo>
                    <a:lnTo>
                      <a:pt x="2447" y="8213"/>
                    </a:lnTo>
                    <a:lnTo>
                      <a:pt x="2354" y="8167"/>
                    </a:lnTo>
                    <a:lnTo>
                      <a:pt x="2261" y="8118"/>
                    </a:lnTo>
                    <a:lnTo>
                      <a:pt x="2170" y="8067"/>
                    </a:lnTo>
                    <a:lnTo>
                      <a:pt x="2080" y="8014"/>
                    </a:lnTo>
                    <a:lnTo>
                      <a:pt x="1992" y="7959"/>
                    </a:lnTo>
                    <a:lnTo>
                      <a:pt x="1905" y="7903"/>
                    </a:lnTo>
                    <a:lnTo>
                      <a:pt x="1819" y="7843"/>
                    </a:lnTo>
                    <a:lnTo>
                      <a:pt x="1736" y="7782"/>
                    </a:lnTo>
                    <a:lnTo>
                      <a:pt x="1654" y="7719"/>
                    </a:lnTo>
                    <a:lnTo>
                      <a:pt x="1571" y="7653"/>
                    </a:lnTo>
                    <a:lnTo>
                      <a:pt x="1493" y="7587"/>
                    </a:lnTo>
                    <a:lnTo>
                      <a:pt x="1415" y="7518"/>
                    </a:lnTo>
                    <a:lnTo>
                      <a:pt x="1340" y="7447"/>
                    </a:lnTo>
                    <a:lnTo>
                      <a:pt x="1266" y="7374"/>
                    </a:lnTo>
                    <a:lnTo>
                      <a:pt x="1193" y="7300"/>
                    </a:lnTo>
                    <a:lnTo>
                      <a:pt x="1122" y="7225"/>
                    </a:lnTo>
                    <a:lnTo>
                      <a:pt x="1053" y="7147"/>
                    </a:lnTo>
                    <a:lnTo>
                      <a:pt x="987" y="7069"/>
                    </a:lnTo>
                    <a:lnTo>
                      <a:pt x="921" y="6986"/>
                    </a:lnTo>
                    <a:lnTo>
                      <a:pt x="858" y="6904"/>
                    </a:lnTo>
                    <a:lnTo>
                      <a:pt x="797" y="6821"/>
                    </a:lnTo>
                    <a:lnTo>
                      <a:pt x="737" y="6735"/>
                    </a:lnTo>
                    <a:lnTo>
                      <a:pt x="681" y="6648"/>
                    </a:lnTo>
                    <a:lnTo>
                      <a:pt x="626" y="6560"/>
                    </a:lnTo>
                    <a:lnTo>
                      <a:pt x="573" y="6470"/>
                    </a:lnTo>
                    <a:lnTo>
                      <a:pt x="522" y="6379"/>
                    </a:lnTo>
                    <a:lnTo>
                      <a:pt x="473" y="6286"/>
                    </a:lnTo>
                    <a:lnTo>
                      <a:pt x="427" y="6193"/>
                    </a:lnTo>
                    <a:lnTo>
                      <a:pt x="382" y="6098"/>
                    </a:lnTo>
                    <a:lnTo>
                      <a:pt x="340" y="6001"/>
                    </a:lnTo>
                    <a:lnTo>
                      <a:pt x="299" y="5904"/>
                    </a:lnTo>
                    <a:lnTo>
                      <a:pt x="262" y="5805"/>
                    </a:lnTo>
                    <a:lnTo>
                      <a:pt x="227" y="5705"/>
                    </a:lnTo>
                    <a:lnTo>
                      <a:pt x="195" y="5605"/>
                    </a:lnTo>
                    <a:lnTo>
                      <a:pt x="164" y="5502"/>
                    </a:lnTo>
                    <a:lnTo>
                      <a:pt x="137" y="5399"/>
                    </a:lnTo>
                    <a:lnTo>
                      <a:pt x="111" y="5296"/>
                    </a:lnTo>
                    <a:lnTo>
                      <a:pt x="89" y="5191"/>
                    </a:lnTo>
                    <a:lnTo>
                      <a:pt x="68" y="5085"/>
                    </a:lnTo>
                    <a:lnTo>
                      <a:pt x="50" y="4979"/>
                    </a:lnTo>
                    <a:lnTo>
                      <a:pt x="35" y="4871"/>
                    </a:lnTo>
                    <a:lnTo>
                      <a:pt x="23" y="4761"/>
                    </a:lnTo>
                    <a:lnTo>
                      <a:pt x="13" y="4652"/>
                    </a:lnTo>
                    <a:lnTo>
                      <a:pt x="6" y="4542"/>
                    </a:lnTo>
                    <a:lnTo>
                      <a:pt x="2" y="4431"/>
                    </a:lnTo>
                    <a:lnTo>
                      <a:pt x="0" y="4320"/>
                    </a:lnTo>
                    <a:lnTo>
                      <a:pt x="0" y="4320"/>
                    </a:lnTo>
                    <a:lnTo>
                      <a:pt x="2" y="4209"/>
                    </a:lnTo>
                    <a:lnTo>
                      <a:pt x="6" y="4098"/>
                    </a:lnTo>
                    <a:lnTo>
                      <a:pt x="13" y="3988"/>
                    </a:lnTo>
                    <a:lnTo>
                      <a:pt x="23" y="3879"/>
                    </a:lnTo>
                    <a:lnTo>
                      <a:pt x="35" y="3769"/>
                    </a:lnTo>
                    <a:lnTo>
                      <a:pt x="50" y="3661"/>
                    </a:lnTo>
                    <a:lnTo>
                      <a:pt x="68" y="3555"/>
                    </a:lnTo>
                    <a:lnTo>
                      <a:pt x="89" y="3449"/>
                    </a:lnTo>
                    <a:lnTo>
                      <a:pt x="111" y="3344"/>
                    </a:lnTo>
                    <a:lnTo>
                      <a:pt x="137" y="3241"/>
                    </a:lnTo>
                    <a:lnTo>
                      <a:pt x="164" y="3138"/>
                    </a:lnTo>
                    <a:lnTo>
                      <a:pt x="195" y="3035"/>
                    </a:lnTo>
                    <a:lnTo>
                      <a:pt x="227" y="2935"/>
                    </a:lnTo>
                    <a:lnTo>
                      <a:pt x="262" y="2835"/>
                    </a:lnTo>
                    <a:lnTo>
                      <a:pt x="299" y="2736"/>
                    </a:lnTo>
                    <a:lnTo>
                      <a:pt x="340" y="2639"/>
                    </a:lnTo>
                    <a:lnTo>
                      <a:pt x="382" y="2542"/>
                    </a:lnTo>
                    <a:lnTo>
                      <a:pt x="427" y="2447"/>
                    </a:lnTo>
                    <a:lnTo>
                      <a:pt x="473" y="2354"/>
                    </a:lnTo>
                    <a:lnTo>
                      <a:pt x="522" y="2261"/>
                    </a:lnTo>
                    <a:lnTo>
                      <a:pt x="573" y="2170"/>
                    </a:lnTo>
                    <a:lnTo>
                      <a:pt x="626" y="2080"/>
                    </a:lnTo>
                    <a:lnTo>
                      <a:pt x="681" y="1992"/>
                    </a:lnTo>
                    <a:lnTo>
                      <a:pt x="737" y="1905"/>
                    </a:lnTo>
                    <a:lnTo>
                      <a:pt x="797" y="1819"/>
                    </a:lnTo>
                    <a:lnTo>
                      <a:pt x="858" y="1736"/>
                    </a:lnTo>
                    <a:lnTo>
                      <a:pt x="921" y="1654"/>
                    </a:lnTo>
                    <a:lnTo>
                      <a:pt x="987" y="1571"/>
                    </a:lnTo>
                    <a:lnTo>
                      <a:pt x="1053" y="1493"/>
                    </a:lnTo>
                    <a:lnTo>
                      <a:pt x="1122" y="1415"/>
                    </a:lnTo>
                    <a:lnTo>
                      <a:pt x="1193" y="1340"/>
                    </a:lnTo>
                    <a:lnTo>
                      <a:pt x="1266" y="1266"/>
                    </a:lnTo>
                    <a:lnTo>
                      <a:pt x="1340" y="1193"/>
                    </a:lnTo>
                    <a:lnTo>
                      <a:pt x="1415" y="1122"/>
                    </a:lnTo>
                    <a:lnTo>
                      <a:pt x="1493" y="1053"/>
                    </a:lnTo>
                    <a:lnTo>
                      <a:pt x="1571" y="987"/>
                    </a:lnTo>
                    <a:lnTo>
                      <a:pt x="1654" y="921"/>
                    </a:lnTo>
                    <a:lnTo>
                      <a:pt x="1736" y="858"/>
                    </a:lnTo>
                    <a:lnTo>
                      <a:pt x="1819" y="797"/>
                    </a:lnTo>
                    <a:lnTo>
                      <a:pt x="1905" y="737"/>
                    </a:lnTo>
                    <a:lnTo>
                      <a:pt x="1992" y="681"/>
                    </a:lnTo>
                    <a:lnTo>
                      <a:pt x="2080" y="626"/>
                    </a:lnTo>
                    <a:lnTo>
                      <a:pt x="2170" y="573"/>
                    </a:lnTo>
                    <a:lnTo>
                      <a:pt x="2261" y="522"/>
                    </a:lnTo>
                    <a:lnTo>
                      <a:pt x="2354" y="473"/>
                    </a:lnTo>
                    <a:lnTo>
                      <a:pt x="2447" y="427"/>
                    </a:lnTo>
                    <a:lnTo>
                      <a:pt x="2542" y="382"/>
                    </a:lnTo>
                    <a:lnTo>
                      <a:pt x="2639" y="340"/>
                    </a:lnTo>
                    <a:lnTo>
                      <a:pt x="2736" y="299"/>
                    </a:lnTo>
                    <a:lnTo>
                      <a:pt x="2835" y="262"/>
                    </a:lnTo>
                    <a:lnTo>
                      <a:pt x="2935" y="227"/>
                    </a:lnTo>
                    <a:lnTo>
                      <a:pt x="3035" y="195"/>
                    </a:lnTo>
                    <a:lnTo>
                      <a:pt x="3138" y="164"/>
                    </a:lnTo>
                    <a:lnTo>
                      <a:pt x="3241" y="137"/>
                    </a:lnTo>
                    <a:lnTo>
                      <a:pt x="3344" y="111"/>
                    </a:lnTo>
                    <a:lnTo>
                      <a:pt x="3449" y="89"/>
                    </a:lnTo>
                    <a:lnTo>
                      <a:pt x="3555" y="68"/>
                    </a:lnTo>
                    <a:lnTo>
                      <a:pt x="3661" y="50"/>
                    </a:lnTo>
                    <a:lnTo>
                      <a:pt x="3769" y="35"/>
                    </a:lnTo>
                    <a:lnTo>
                      <a:pt x="3879" y="23"/>
                    </a:lnTo>
                    <a:lnTo>
                      <a:pt x="3988" y="13"/>
                    </a:lnTo>
                    <a:lnTo>
                      <a:pt x="4098" y="6"/>
                    </a:lnTo>
                    <a:lnTo>
                      <a:pt x="4209" y="2"/>
                    </a:lnTo>
                    <a:lnTo>
                      <a:pt x="4320" y="0"/>
                    </a:lnTo>
                    <a:lnTo>
                      <a:pt x="4320" y="0"/>
                    </a:lnTo>
                    <a:lnTo>
                      <a:pt x="4431" y="2"/>
                    </a:lnTo>
                    <a:lnTo>
                      <a:pt x="4542" y="6"/>
                    </a:lnTo>
                    <a:lnTo>
                      <a:pt x="4652" y="13"/>
                    </a:lnTo>
                    <a:lnTo>
                      <a:pt x="4761" y="23"/>
                    </a:lnTo>
                    <a:lnTo>
                      <a:pt x="4871" y="35"/>
                    </a:lnTo>
                    <a:lnTo>
                      <a:pt x="4979" y="50"/>
                    </a:lnTo>
                    <a:lnTo>
                      <a:pt x="5085" y="68"/>
                    </a:lnTo>
                    <a:lnTo>
                      <a:pt x="5191" y="89"/>
                    </a:lnTo>
                    <a:lnTo>
                      <a:pt x="5296" y="111"/>
                    </a:lnTo>
                    <a:lnTo>
                      <a:pt x="5399" y="137"/>
                    </a:lnTo>
                    <a:lnTo>
                      <a:pt x="5502" y="164"/>
                    </a:lnTo>
                    <a:lnTo>
                      <a:pt x="5605" y="195"/>
                    </a:lnTo>
                    <a:lnTo>
                      <a:pt x="5705" y="227"/>
                    </a:lnTo>
                    <a:lnTo>
                      <a:pt x="5805" y="262"/>
                    </a:lnTo>
                    <a:lnTo>
                      <a:pt x="5904" y="299"/>
                    </a:lnTo>
                    <a:lnTo>
                      <a:pt x="6001" y="340"/>
                    </a:lnTo>
                    <a:lnTo>
                      <a:pt x="6098" y="382"/>
                    </a:lnTo>
                    <a:lnTo>
                      <a:pt x="6193" y="427"/>
                    </a:lnTo>
                    <a:lnTo>
                      <a:pt x="6286" y="473"/>
                    </a:lnTo>
                    <a:lnTo>
                      <a:pt x="6379" y="522"/>
                    </a:lnTo>
                    <a:lnTo>
                      <a:pt x="6470" y="573"/>
                    </a:lnTo>
                    <a:lnTo>
                      <a:pt x="6560" y="626"/>
                    </a:lnTo>
                    <a:lnTo>
                      <a:pt x="6648" y="681"/>
                    </a:lnTo>
                    <a:lnTo>
                      <a:pt x="6735" y="737"/>
                    </a:lnTo>
                    <a:lnTo>
                      <a:pt x="6821" y="797"/>
                    </a:lnTo>
                    <a:lnTo>
                      <a:pt x="6904" y="858"/>
                    </a:lnTo>
                    <a:lnTo>
                      <a:pt x="6986" y="921"/>
                    </a:lnTo>
                    <a:lnTo>
                      <a:pt x="7069" y="987"/>
                    </a:lnTo>
                    <a:lnTo>
                      <a:pt x="7147" y="1053"/>
                    </a:lnTo>
                    <a:lnTo>
                      <a:pt x="7225" y="1122"/>
                    </a:lnTo>
                    <a:lnTo>
                      <a:pt x="7300" y="1193"/>
                    </a:lnTo>
                    <a:lnTo>
                      <a:pt x="7374" y="1266"/>
                    </a:lnTo>
                    <a:lnTo>
                      <a:pt x="7447" y="1340"/>
                    </a:lnTo>
                    <a:lnTo>
                      <a:pt x="7518" y="1415"/>
                    </a:lnTo>
                    <a:lnTo>
                      <a:pt x="7587" y="1493"/>
                    </a:lnTo>
                    <a:lnTo>
                      <a:pt x="7653" y="1571"/>
                    </a:lnTo>
                    <a:lnTo>
                      <a:pt x="7719" y="1654"/>
                    </a:lnTo>
                    <a:lnTo>
                      <a:pt x="7782" y="1736"/>
                    </a:lnTo>
                    <a:lnTo>
                      <a:pt x="7843" y="1819"/>
                    </a:lnTo>
                    <a:lnTo>
                      <a:pt x="7903" y="1905"/>
                    </a:lnTo>
                    <a:lnTo>
                      <a:pt x="7959" y="1992"/>
                    </a:lnTo>
                    <a:lnTo>
                      <a:pt x="8014" y="2080"/>
                    </a:lnTo>
                    <a:lnTo>
                      <a:pt x="8067" y="2170"/>
                    </a:lnTo>
                    <a:lnTo>
                      <a:pt x="8118" y="2261"/>
                    </a:lnTo>
                    <a:lnTo>
                      <a:pt x="8167" y="2354"/>
                    </a:lnTo>
                    <a:lnTo>
                      <a:pt x="8213" y="2447"/>
                    </a:lnTo>
                    <a:lnTo>
                      <a:pt x="8258" y="2542"/>
                    </a:lnTo>
                    <a:lnTo>
                      <a:pt x="8300" y="2639"/>
                    </a:lnTo>
                    <a:lnTo>
                      <a:pt x="8341" y="2736"/>
                    </a:lnTo>
                    <a:lnTo>
                      <a:pt x="8378" y="2835"/>
                    </a:lnTo>
                    <a:lnTo>
                      <a:pt x="8413" y="2935"/>
                    </a:lnTo>
                    <a:lnTo>
                      <a:pt x="8445" y="3035"/>
                    </a:lnTo>
                    <a:lnTo>
                      <a:pt x="8476" y="3138"/>
                    </a:lnTo>
                    <a:lnTo>
                      <a:pt x="8503" y="3241"/>
                    </a:lnTo>
                    <a:lnTo>
                      <a:pt x="8529" y="3344"/>
                    </a:lnTo>
                    <a:lnTo>
                      <a:pt x="8551" y="3449"/>
                    </a:lnTo>
                    <a:lnTo>
                      <a:pt x="8572" y="3555"/>
                    </a:lnTo>
                    <a:lnTo>
                      <a:pt x="8590" y="3661"/>
                    </a:lnTo>
                    <a:lnTo>
                      <a:pt x="8605" y="3769"/>
                    </a:lnTo>
                    <a:lnTo>
                      <a:pt x="8617" y="3879"/>
                    </a:lnTo>
                    <a:lnTo>
                      <a:pt x="8627" y="3988"/>
                    </a:lnTo>
                    <a:lnTo>
                      <a:pt x="8634" y="4098"/>
                    </a:lnTo>
                    <a:lnTo>
                      <a:pt x="8638" y="4209"/>
                    </a:lnTo>
                    <a:lnTo>
                      <a:pt x="8640" y="4320"/>
                    </a:lnTo>
                    <a:lnTo>
                      <a:pt x="8640" y="4320"/>
                    </a:lnTo>
                    <a:close/>
                  </a:path>
                </a:pathLst>
              </a:custGeom>
              <a:noFill/>
              <a:ln w="6350" cmpd="sng">
                <a:solidFill>
                  <a:schemeClr val="tx1"/>
                </a:solidFill>
                <a:prstDash val="sysDot"/>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sp>
        <p:nvSpPr>
          <p:cNvPr id="44" name="Content Placeholder 4">
            <a:extLst>
              <a:ext uri="{FF2B5EF4-FFF2-40B4-BE49-F238E27FC236}">
                <a16:creationId xmlns:a16="http://schemas.microsoft.com/office/drawing/2014/main" id="{CEEB3BAE-C0B2-447C-B8BE-96C6BD84D658}"/>
              </a:ext>
            </a:extLst>
          </p:cNvPr>
          <p:cNvSpPr txBox="1">
            <a:spLocks/>
          </p:cNvSpPr>
          <p:nvPr/>
        </p:nvSpPr>
        <p:spPr>
          <a:xfrm>
            <a:off x="352697" y="1459067"/>
            <a:ext cx="10636144" cy="43629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t">
              <a:buNone/>
            </a:pPr>
            <a:r>
              <a:rPr lang="en-SG" sz="2400" b="0" i="0" dirty="0">
                <a:effectLst/>
                <a:latin typeface="Arial Narrow" panose="020B0606020202030204" pitchFamily="34" charset="0"/>
              </a:rPr>
              <a:t>To reduce the number of phone calls from Emergency Department staff nurses to physiotherapists from the current four calls to one call per patient within the next three months (i.e. September–December 2025) at National University Hospital (NUH).</a:t>
            </a:r>
          </a:p>
          <a:p>
            <a:pPr marL="0" indent="0">
              <a:buNone/>
            </a:pPr>
            <a:endParaRPr lang="en-US" sz="5400" dirty="0">
              <a:latin typeface="Arial Narrow" panose="020B0606020202030204" pitchFamily="34" charset="0"/>
            </a:endParaRPr>
          </a:p>
        </p:txBody>
      </p:sp>
    </p:spTree>
    <p:extLst>
      <p:ext uri="{BB962C8B-B14F-4D97-AF65-F5344CB8AC3E}">
        <p14:creationId xmlns:p14="http://schemas.microsoft.com/office/powerpoint/2010/main" val="1418013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0-#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1000" fill="hold"/>
                                        <p:tgtEl>
                                          <p:spTgt spid="23"/>
                                        </p:tgtEl>
                                        <p:attrNameLst>
                                          <p:attrName>ppt_x</p:attrName>
                                        </p:attrNameLst>
                                      </p:cBhvr>
                                      <p:tavLst>
                                        <p:tav tm="0">
                                          <p:val>
                                            <p:strVal val="1+#ppt_w/2"/>
                                          </p:val>
                                        </p:tav>
                                        <p:tav tm="100000">
                                          <p:val>
                                            <p:strVal val="#ppt_x"/>
                                          </p:val>
                                        </p:tav>
                                      </p:tavLst>
                                    </p:anim>
                                    <p:anim calcmode="lin" valueType="num">
                                      <p:cBhvr additive="base">
                                        <p:cTn id="12" dur="10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hidden="1"/>
          <p:cNvSpPr>
            <a:spLocks noGrp="1"/>
          </p:cNvSpPr>
          <p:nvPr>
            <p:ph type="title"/>
          </p:nvPr>
        </p:nvSpPr>
        <p:spPr/>
        <p:txBody>
          <a:bodyPr/>
          <a:lstStyle/>
          <a:p>
            <a:r>
              <a:rPr lang="en-US"/>
              <a:t>Sample 4</a:t>
            </a:r>
          </a:p>
        </p:txBody>
      </p:sp>
      <p:sp>
        <p:nvSpPr>
          <p:cNvPr id="131" name="Rectangle 37"/>
          <p:cNvSpPr>
            <a:spLocks noChangeArrowheads="1"/>
          </p:cNvSpPr>
          <p:nvPr/>
        </p:nvSpPr>
        <p:spPr bwMode="auto">
          <a:xfrm>
            <a:off x="226423" y="1505508"/>
            <a:ext cx="3335382" cy="52275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18288" tIns="18288" rIns="18288" bIns="18288" anchor="ctr" anchorCtr="1"/>
          <a:lstStyle/>
          <a:p>
            <a:pPr algn="ctr">
              <a:lnSpc>
                <a:spcPct val="85000"/>
              </a:lnSpc>
              <a:spcBef>
                <a:spcPts val="20"/>
              </a:spcBef>
            </a:pPr>
            <a:r>
              <a:rPr lang="en-SG" sz="1600" b="1" dirty="0">
                <a:solidFill>
                  <a:schemeClr val="tx1"/>
                </a:solidFill>
                <a:latin typeface="Arial Narrow" panose="020B0606020202030204" pitchFamily="34" charset="0"/>
              </a:rPr>
              <a:t>Communication inefficiencies</a:t>
            </a:r>
            <a:endParaRPr lang="en-US" sz="1600" b="1" dirty="0">
              <a:solidFill>
                <a:schemeClr val="tx1"/>
              </a:solidFill>
              <a:latin typeface="Arial Narrow" panose="020B0606020202030204" pitchFamily="34" charset="0"/>
              <a:ea typeface="Arial" charset="0"/>
              <a:cs typeface="Arial" charset="0"/>
            </a:endParaRPr>
          </a:p>
        </p:txBody>
      </p:sp>
      <p:cxnSp>
        <p:nvCxnSpPr>
          <p:cNvPr id="129" name="Straight Connector 128">
            <a:extLst>
              <a:ext uri="{C183D7F6-B498-43B3-948B-1728B52AA6E4}">
                <adec:decorative xmlns:adec="http://schemas.microsoft.com/office/drawing/2017/decorative" val="1"/>
              </a:ext>
            </a:extLst>
          </p:cNvPr>
          <p:cNvCxnSpPr>
            <a:cxnSpLocks/>
          </p:cNvCxnSpPr>
          <p:nvPr/>
        </p:nvCxnSpPr>
        <p:spPr>
          <a:xfrm>
            <a:off x="2509370" y="2041830"/>
            <a:ext cx="1787422" cy="1850302"/>
          </a:xfrm>
          <a:prstGeom prst="line">
            <a:avLst/>
          </a:prstGeom>
          <a:ln w="28575" cap="flat" cmpd="sng" algn="ctr">
            <a:solidFill>
              <a:srgbClr val="C000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C183D7F6-B498-43B3-948B-1728B52AA6E4}">
                <adec:decorative xmlns:adec="http://schemas.microsoft.com/office/drawing/2017/decorative" val="1"/>
              </a:ext>
            </a:extLst>
          </p:cNvPr>
          <p:cNvCxnSpPr>
            <a:cxnSpLocks/>
          </p:cNvCxnSpPr>
          <p:nvPr/>
        </p:nvCxnSpPr>
        <p:spPr>
          <a:xfrm>
            <a:off x="8513933" y="1446172"/>
            <a:ext cx="1318659" cy="2522336"/>
          </a:xfrm>
          <a:prstGeom prst="line">
            <a:avLst/>
          </a:prstGeom>
          <a:ln w="28575" cap="flat" cmpd="sng" algn="ctr">
            <a:solidFill>
              <a:srgbClr val="C000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C183D7F6-B498-43B3-948B-1728B52AA6E4}">
                <adec:decorative xmlns:adec="http://schemas.microsoft.com/office/drawing/2017/decorative" val="1"/>
              </a:ext>
            </a:extLst>
          </p:cNvPr>
          <p:cNvCxnSpPr>
            <a:cxnSpLocks/>
          </p:cNvCxnSpPr>
          <p:nvPr/>
        </p:nvCxnSpPr>
        <p:spPr>
          <a:xfrm flipV="1">
            <a:off x="2302087" y="3968508"/>
            <a:ext cx="1270778" cy="2298117"/>
          </a:xfrm>
          <a:prstGeom prst="line">
            <a:avLst/>
          </a:prstGeom>
          <a:ln w="28575" cap="flat" cmpd="sng" algn="ctr">
            <a:solidFill>
              <a:srgbClr val="C000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C183D7F6-B498-43B3-948B-1728B52AA6E4}">
                <adec:decorative xmlns:adec="http://schemas.microsoft.com/office/drawing/2017/decorative" val="1"/>
              </a:ext>
            </a:extLst>
          </p:cNvPr>
          <p:cNvCxnSpPr>
            <a:cxnSpLocks/>
            <a:endCxn id="243" idx="1"/>
          </p:cNvCxnSpPr>
          <p:nvPr/>
        </p:nvCxnSpPr>
        <p:spPr>
          <a:xfrm>
            <a:off x="540327" y="3947996"/>
            <a:ext cx="9543116" cy="10488"/>
          </a:xfrm>
          <a:prstGeom prst="line">
            <a:avLst/>
          </a:prstGeom>
          <a:ln w="57150" cap="flat" cmpd="sng" algn="ctr">
            <a:solidFill>
              <a:srgbClr val="C00000"/>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243" name="Rectangle 43"/>
          <p:cNvSpPr>
            <a:spLocks noChangeArrowheads="1"/>
          </p:cNvSpPr>
          <p:nvPr/>
        </p:nvSpPr>
        <p:spPr bwMode="auto">
          <a:xfrm>
            <a:off x="10083443" y="3562266"/>
            <a:ext cx="1957552" cy="792436"/>
          </a:xfrm>
          <a:prstGeom prst="rect">
            <a:avLst/>
          </a:prstGeom>
          <a:solidFill>
            <a:srgbClr val="C00000"/>
          </a:solidFill>
          <a:ln w="25400">
            <a:solidFill>
              <a:srgbClr val="C00000"/>
            </a:solidFill>
            <a:miter lim="800000"/>
            <a:headEnd/>
            <a:tailEnd/>
          </a:ln>
          <a:effectLst/>
        </p:spPr>
        <p:txBody>
          <a:bodyPr lIns="18288" tIns="18288" rIns="18288" bIns="18288" anchor="ctr" anchorCtr="1"/>
          <a:lstStyle/>
          <a:p>
            <a:pPr>
              <a:lnSpc>
                <a:spcPct val="85000"/>
              </a:lnSpc>
              <a:spcBef>
                <a:spcPts val="20"/>
              </a:spcBef>
            </a:pPr>
            <a:r>
              <a:rPr lang="en-US" sz="2000" b="1" dirty="0">
                <a:solidFill>
                  <a:schemeClr val="bg1"/>
                </a:solidFill>
                <a:latin typeface="Arial Narrow" panose="020B0606020202030204" pitchFamily="34" charset="0"/>
                <a:ea typeface="Arial" charset="0"/>
                <a:cs typeface="Arial" charset="0"/>
              </a:rPr>
              <a:t>PT unable to see </a:t>
            </a:r>
            <a:r>
              <a:rPr lang="en-GB" sz="2000" b="1" dirty="0">
                <a:solidFill>
                  <a:schemeClr val="bg1"/>
                </a:solidFill>
                <a:latin typeface="Arial Narrow" panose="020B0606020202030204" pitchFamily="34" charset="0"/>
                <a:ea typeface="Arial" charset="0"/>
                <a:cs typeface="Arial" charset="0"/>
              </a:rPr>
              <a:t>ED </a:t>
            </a:r>
            <a:r>
              <a:rPr lang="en-US" sz="2000" b="1" dirty="0">
                <a:solidFill>
                  <a:schemeClr val="bg1"/>
                </a:solidFill>
                <a:latin typeface="Arial Narrow" panose="020B0606020202030204" pitchFamily="34" charset="0"/>
                <a:ea typeface="Arial" charset="0"/>
                <a:cs typeface="Arial" charset="0"/>
              </a:rPr>
              <a:t>patient</a:t>
            </a:r>
            <a:endParaRPr lang="en-US" sz="2000" dirty="0">
              <a:solidFill>
                <a:schemeClr val="bg1"/>
              </a:solidFill>
              <a:latin typeface="Arial Narrow" panose="020B0606020202030204" pitchFamily="34" charset="0"/>
              <a:ea typeface="Arial" charset="0"/>
              <a:cs typeface="Arial" charset="0"/>
            </a:endParaRPr>
          </a:p>
        </p:txBody>
      </p:sp>
      <p:sp>
        <p:nvSpPr>
          <p:cNvPr id="76" name="Rectangle 37"/>
          <p:cNvSpPr>
            <a:spLocks noChangeArrowheads="1"/>
          </p:cNvSpPr>
          <p:nvPr/>
        </p:nvSpPr>
        <p:spPr bwMode="auto">
          <a:xfrm>
            <a:off x="6988645" y="1005401"/>
            <a:ext cx="3066324" cy="451922"/>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18288" tIns="18288" rIns="18288" bIns="18288" anchor="ctr" anchorCtr="1"/>
          <a:lstStyle/>
          <a:p>
            <a:pPr algn="ctr">
              <a:lnSpc>
                <a:spcPct val="85000"/>
              </a:lnSpc>
              <a:spcBef>
                <a:spcPts val="20"/>
              </a:spcBef>
            </a:pPr>
            <a:r>
              <a:rPr lang="en-US" sz="1600" dirty="0">
                <a:solidFill>
                  <a:schemeClr val="tx1"/>
                </a:solidFill>
                <a:latin typeface="Arial Narrow" panose="020B0606020202030204" pitchFamily="34" charset="0"/>
                <a:ea typeface="Arial" charset="0"/>
                <a:cs typeface="Arial" charset="0"/>
              </a:rPr>
              <a:t>SN uncertain about PT criteria</a:t>
            </a:r>
          </a:p>
        </p:txBody>
      </p:sp>
      <p:sp>
        <p:nvSpPr>
          <p:cNvPr id="79" name="Rectangle 37"/>
          <p:cNvSpPr>
            <a:spLocks noChangeArrowheads="1"/>
          </p:cNvSpPr>
          <p:nvPr/>
        </p:nvSpPr>
        <p:spPr bwMode="auto">
          <a:xfrm>
            <a:off x="4526280" y="6275878"/>
            <a:ext cx="7172755" cy="427022"/>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18288" tIns="18288" rIns="18288" bIns="18288" anchor="ctr" anchorCtr="1"/>
          <a:lstStyle/>
          <a:p>
            <a:pPr algn="ctr">
              <a:lnSpc>
                <a:spcPct val="85000"/>
              </a:lnSpc>
              <a:spcBef>
                <a:spcPts val="20"/>
              </a:spcBef>
            </a:pPr>
            <a:r>
              <a:rPr lang="en-US" sz="1600" dirty="0">
                <a:solidFill>
                  <a:schemeClr val="tx1"/>
                </a:solidFill>
                <a:latin typeface="Arial Narrow" panose="020B0606020202030204" pitchFamily="34" charset="0"/>
                <a:ea typeface="Arial" charset="0"/>
                <a:cs typeface="Arial" charset="0"/>
              </a:rPr>
              <a:t>Decreased compliance to </a:t>
            </a:r>
            <a:r>
              <a:rPr lang="en-GB" sz="1600" dirty="0" err="1">
                <a:solidFill>
                  <a:schemeClr val="tx1"/>
                </a:solidFill>
                <a:latin typeface="Arial Narrow" panose="020B0606020202030204" pitchFamily="34" charset="0"/>
                <a:ea typeface="Arial" charset="0"/>
                <a:cs typeface="Arial" charset="0"/>
              </a:rPr>
              <a:t>Scr</a:t>
            </a:r>
            <a:r>
              <a:rPr lang="en-US" sz="1600" dirty="0" err="1">
                <a:solidFill>
                  <a:schemeClr val="tx1"/>
                </a:solidFill>
                <a:latin typeface="Arial Narrow" panose="020B0606020202030204" pitchFamily="34" charset="0"/>
                <a:ea typeface="Arial" charset="0"/>
                <a:cs typeface="Arial" charset="0"/>
              </a:rPr>
              <a:t>eening</a:t>
            </a:r>
            <a:r>
              <a:rPr lang="en-US" sz="1600" dirty="0">
                <a:solidFill>
                  <a:schemeClr val="tx1"/>
                </a:solidFill>
                <a:latin typeface="Arial Narrow" panose="020B0606020202030204" pitchFamily="34" charset="0"/>
                <a:ea typeface="Arial" charset="0"/>
                <a:cs typeface="Arial" charset="0"/>
              </a:rPr>
              <a:t> </a:t>
            </a:r>
            <a:r>
              <a:rPr lang="en-GB" sz="1600" dirty="0" err="1">
                <a:solidFill>
                  <a:schemeClr val="tx1"/>
                </a:solidFill>
                <a:latin typeface="Arial Narrow" panose="020B0606020202030204" pitchFamily="34" charset="0"/>
                <a:ea typeface="Arial" charset="0"/>
                <a:cs typeface="Arial" charset="0"/>
              </a:rPr>
              <a:t>Crite</a:t>
            </a:r>
            <a:r>
              <a:rPr lang="en-US" sz="1600" dirty="0">
                <a:solidFill>
                  <a:schemeClr val="tx1"/>
                </a:solidFill>
                <a:latin typeface="Arial Narrow" panose="020B0606020202030204" pitchFamily="34" charset="0"/>
                <a:ea typeface="Arial" charset="0"/>
                <a:cs typeface="Arial" charset="0"/>
              </a:rPr>
              <a:t>ria</a:t>
            </a:r>
          </a:p>
        </p:txBody>
      </p:sp>
      <p:sp>
        <p:nvSpPr>
          <p:cNvPr id="43" name="TextBox 42"/>
          <p:cNvSpPr txBox="1"/>
          <p:nvPr/>
        </p:nvSpPr>
        <p:spPr>
          <a:xfrm>
            <a:off x="339634" y="10702"/>
            <a:ext cx="11852366" cy="713016"/>
          </a:xfrm>
          <a:prstGeom prst="rect">
            <a:avLst/>
          </a:prstGeom>
          <a:noFill/>
        </p:spPr>
        <p:txBody>
          <a:bodyPr wrap="square" rtlCol="0">
            <a:spAutoFit/>
          </a:bodyPr>
          <a:lstStyle/>
          <a:p>
            <a:pPr>
              <a:lnSpc>
                <a:spcPct val="150000"/>
              </a:lnSpc>
            </a:pPr>
            <a:r>
              <a:rPr lang="en-US" sz="3000" b="1">
                <a:solidFill>
                  <a:schemeClr val="tx1">
                    <a:lumMod val="85000"/>
                    <a:lumOff val="15000"/>
                  </a:schemeClr>
                </a:solidFill>
                <a:latin typeface="Arial Black" charset="0"/>
                <a:ea typeface="Arial Black" charset="0"/>
                <a:cs typeface="Arial Black" charset="0"/>
              </a:rPr>
              <a:t>C. Problem Analysis (</a:t>
            </a:r>
            <a:r>
              <a:rPr lang="en-US" sz="3000" b="1">
                <a:solidFill>
                  <a:srgbClr val="0070C0"/>
                </a:solidFill>
                <a:latin typeface="Arial Black" charset="0"/>
                <a:ea typeface="Arial Black" charset="0"/>
                <a:cs typeface="Arial Black" charset="0"/>
              </a:rPr>
              <a:t>P</a:t>
            </a:r>
            <a:r>
              <a:rPr lang="en-US" sz="3000" b="1">
                <a:solidFill>
                  <a:schemeClr val="tx1">
                    <a:lumMod val="85000"/>
                    <a:lumOff val="15000"/>
                  </a:schemeClr>
                </a:solidFill>
                <a:latin typeface="Arial Black" charset="0"/>
                <a:ea typeface="Arial Black" charset="0"/>
                <a:cs typeface="Arial Black" charset="0"/>
              </a:rPr>
              <a:t>LAN) Gap Analysis</a:t>
            </a:r>
          </a:p>
        </p:txBody>
      </p:sp>
      <p:cxnSp>
        <p:nvCxnSpPr>
          <p:cNvPr id="48" name="Straight Connector 47">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10738565" y="103074"/>
            <a:ext cx="1316486" cy="1061829"/>
          </a:xfrm>
          <a:prstGeom prst="rect">
            <a:avLst/>
          </a:prstGeom>
          <a:noFill/>
        </p:spPr>
        <p:txBody>
          <a:bodyPr wrap="square" rtlCol="0">
            <a:spAutoFit/>
          </a:bodyPr>
          <a:lstStyle/>
          <a:p>
            <a:r>
              <a:rPr lang="en-US" sz="1050"/>
              <a:t>You may use more than 1 problem solving tools (Gap Analysis, VSM, Paradigm, Pareto Chart)</a:t>
            </a:r>
            <a:endParaRPr lang="en-SG" sz="1050"/>
          </a:p>
        </p:txBody>
      </p:sp>
      <p:sp>
        <p:nvSpPr>
          <p:cNvPr id="10" name="TextBox 9">
            <a:extLst>
              <a:ext uri="{FF2B5EF4-FFF2-40B4-BE49-F238E27FC236}">
                <a16:creationId xmlns:a16="http://schemas.microsoft.com/office/drawing/2014/main" id="{E860999F-4EDC-F904-484F-E8A160DFCB2A}"/>
              </a:ext>
            </a:extLst>
          </p:cNvPr>
          <p:cNvSpPr txBox="1"/>
          <p:nvPr/>
        </p:nvSpPr>
        <p:spPr>
          <a:xfrm>
            <a:off x="-228600" y="2300349"/>
            <a:ext cx="2523744" cy="461665"/>
          </a:xfrm>
          <a:prstGeom prst="rect">
            <a:avLst/>
          </a:prstGeom>
          <a:noFill/>
          <a:ln>
            <a:solidFill>
              <a:schemeClr val="accent1">
                <a:lumMod val="20000"/>
                <a:lumOff val="80000"/>
              </a:schemeClr>
            </a:solidFill>
          </a:ln>
        </p:spPr>
        <p:txBody>
          <a:bodyPr wrap="square" rtlCol="0">
            <a:spAutoFit/>
          </a:bodyPr>
          <a:lstStyle/>
          <a:p>
            <a:pPr algn="r"/>
            <a:r>
              <a:rPr lang="en-US" sz="1200" dirty="0">
                <a:latin typeface="Arial Narrow" panose="020B0606020202030204" pitchFamily="34" charset="0"/>
              </a:rPr>
              <a:t>SN does not have other avenues to contact PT if PT does not pick up call</a:t>
            </a:r>
          </a:p>
        </p:txBody>
      </p:sp>
      <p:sp>
        <p:nvSpPr>
          <p:cNvPr id="7" name="TextBox 6">
            <a:extLst>
              <a:ext uri="{FF2B5EF4-FFF2-40B4-BE49-F238E27FC236}">
                <a16:creationId xmlns:a16="http://schemas.microsoft.com/office/drawing/2014/main" id="{71787249-BCCB-905B-EDEA-35C16D142268}"/>
              </a:ext>
            </a:extLst>
          </p:cNvPr>
          <p:cNvSpPr txBox="1"/>
          <p:nvPr/>
        </p:nvSpPr>
        <p:spPr>
          <a:xfrm>
            <a:off x="1325880" y="3089191"/>
            <a:ext cx="2159490" cy="461665"/>
          </a:xfrm>
          <a:prstGeom prst="rect">
            <a:avLst/>
          </a:prstGeom>
          <a:noFill/>
          <a:ln>
            <a:solidFill>
              <a:schemeClr val="accent1">
                <a:lumMod val="20000"/>
                <a:lumOff val="80000"/>
              </a:schemeClr>
            </a:solidFill>
          </a:ln>
        </p:spPr>
        <p:txBody>
          <a:bodyPr wrap="square" rtlCol="0">
            <a:spAutoFit/>
          </a:bodyPr>
          <a:lstStyle/>
          <a:p>
            <a:pPr algn="r"/>
            <a:r>
              <a:rPr lang="en-US" sz="1200" dirty="0">
                <a:latin typeface="Arial Narrow" panose="020B0606020202030204" pitchFamily="34" charset="0"/>
              </a:rPr>
              <a:t>PT might be seeing patient at time of calling, unable to pick up call</a:t>
            </a:r>
          </a:p>
        </p:txBody>
      </p:sp>
      <p:sp>
        <p:nvSpPr>
          <p:cNvPr id="11" name="TextBox 10">
            <a:extLst>
              <a:ext uri="{FF2B5EF4-FFF2-40B4-BE49-F238E27FC236}">
                <a16:creationId xmlns:a16="http://schemas.microsoft.com/office/drawing/2014/main" id="{1A5D26AD-F583-2B3A-4598-3D466B6D24A0}"/>
              </a:ext>
            </a:extLst>
          </p:cNvPr>
          <p:cNvSpPr txBox="1"/>
          <p:nvPr/>
        </p:nvSpPr>
        <p:spPr>
          <a:xfrm>
            <a:off x="4255076" y="1637863"/>
            <a:ext cx="2754209" cy="276999"/>
          </a:xfrm>
          <a:prstGeom prst="rect">
            <a:avLst/>
          </a:prstGeom>
          <a:noFill/>
          <a:ln>
            <a:solidFill>
              <a:schemeClr val="accent1">
                <a:lumMod val="20000"/>
                <a:lumOff val="80000"/>
              </a:schemeClr>
            </a:solidFill>
          </a:ln>
        </p:spPr>
        <p:txBody>
          <a:bodyPr wrap="square" rtlCol="0">
            <a:spAutoFit/>
          </a:bodyPr>
          <a:lstStyle/>
          <a:p>
            <a:pPr algn="r"/>
            <a:r>
              <a:rPr lang="en-US" sz="1200" dirty="0">
                <a:latin typeface="Arial Narrow" panose="020B0606020202030204" pitchFamily="34" charset="0"/>
              </a:rPr>
              <a:t>Default practice to refer to Physiotherapy</a:t>
            </a:r>
          </a:p>
        </p:txBody>
      </p:sp>
      <p:sp>
        <p:nvSpPr>
          <p:cNvPr id="18" name="TextBox 17">
            <a:extLst>
              <a:ext uri="{FF2B5EF4-FFF2-40B4-BE49-F238E27FC236}">
                <a16:creationId xmlns:a16="http://schemas.microsoft.com/office/drawing/2014/main" id="{59E7D8B1-48D5-DE37-7491-3F535E5A52E1}"/>
              </a:ext>
            </a:extLst>
          </p:cNvPr>
          <p:cNvSpPr txBox="1"/>
          <p:nvPr/>
        </p:nvSpPr>
        <p:spPr>
          <a:xfrm>
            <a:off x="6669603" y="2298122"/>
            <a:ext cx="2101651" cy="406265"/>
          </a:xfrm>
          <a:prstGeom prst="rect">
            <a:avLst/>
          </a:prstGeom>
          <a:noFill/>
          <a:ln>
            <a:solidFill>
              <a:schemeClr val="accent1">
                <a:lumMod val="20000"/>
                <a:lumOff val="80000"/>
              </a:schemeClr>
            </a:solidFill>
          </a:ln>
        </p:spPr>
        <p:txBody>
          <a:bodyPr wrap="square" rtlCol="0">
            <a:spAutoFit/>
          </a:bodyPr>
          <a:lstStyle/>
          <a:p>
            <a:pPr algn="l">
              <a:lnSpc>
                <a:spcPct val="85000"/>
              </a:lnSpc>
              <a:spcBef>
                <a:spcPts val="20"/>
              </a:spcBef>
            </a:pPr>
            <a:r>
              <a:rPr lang="en-SG" sz="1200" b="1" dirty="0">
                <a:solidFill>
                  <a:schemeClr val="tx1"/>
                </a:solidFill>
                <a:latin typeface="Arial Narrow" panose="020B0606020202030204" pitchFamily="34" charset="0"/>
                <a:ea typeface="Arial" charset="0"/>
                <a:cs typeface="Arial" charset="0"/>
              </a:rPr>
              <a:t>Lack of consensus between SN and PT on screening criteria</a:t>
            </a:r>
            <a:endParaRPr lang="en-US" sz="1200" b="1" dirty="0">
              <a:solidFill>
                <a:schemeClr val="tx1"/>
              </a:solidFill>
              <a:latin typeface="Arial Narrow" panose="020B0606020202030204" pitchFamily="34" charset="0"/>
              <a:ea typeface="Arial" charset="0"/>
              <a:cs typeface="Arial" charset="0"/>
            </a:endParaRPr>
          </a:p>
        </p:txBody>
      </p:sp>
      <p:sp>
        <p:nvSpPr>
          <p:cNvPr id="34" name="TextBox 33">
            <a:extLst>
              <a:ext uri="{FF2B5EF4-FFF2-40B4-BE49-F238E27FC236}">
                <a16:creationId xmlns:a16="http://schemas.microsoft.com/office/drawing/2014/main" id="{0544EEA9-CC8C-4AFA-474C-8B0E630311A7}"/>
              </a:ext>
            </a:extLst>
          </p:cNvPr>
          <p:cNvSpPr txBox="1"/>
          <p:nvPr/>
        </p:nvSpPr>
        <p:spPr>
          <a:xfrm>
            <a:off x="42119" y="4177811"/>
            <a:ext cx="2324979" cy="461665"/>
          </a:xfrm>
          <a:prstGeom prst="rect">
            <a:avLst/>
          </a:prstGeom>
          <a:noFill/>
          <a:ln>
            <a:solidFill>
              <a:schemeClr val="accent1">
                <a:lumMod val="20000"/>
                <a:lumOff val="80000"/>
              </a:schemeClr>
            </a:solidFill>
          </a:ln>
        </p:spPr>
        <p:txBody>
          <a:bodyPr wrap="square" rtlCol="0">
            <a:spAutoFit/>
          </a:bodyPr>
          <a:lstStyle/>
          <a:p>
            <a:pPr algn="r"/>
            <a:r>
              <a:rPr lang="en-US" sz="1200" dirty="0">
                <a:latin typeface="Arial Narrow" panose="020B0606020202030204" pitchFamily="34" charset="0"/>
              </a:rPr>
              <a:t>Medical Team keen to discharge patient timely</a:t>
            </a:r>
          </a:p>
        </p:txBody>
      </p:sp>
      <p:sp>
        <p:nvSpPr>
          <p:cNvPr id="59" name="TextBox 58">
            <a:extLst>
              <a:ext uri="{FF2B5EF4-FFF2-40B4-BE49-F238E27FC236}">
                <a16:creationId xmlns:a16="http://schemas.microsoft.com/office/drawing/2014/main" id="{53782B48-66F8-B281-E661-16F58D013592}"/>
              </a:ext>
            </a:extLst>
          </p:cNvPr>
          <p:cNvSpPr txBox="1"/>
          <p:nvPr/>
        </p:nvSpPr>
        <p:spPr>
          <a:xfrm>
            <a:off x="2775366" y="5822512"/>
            <a:ext cx="2496344" cy="276999"/>
          </a:xfrm>
          <a:prstGeom prst="rect">
            <a:avLst/>
          </a:prstGeom>
          <a:noFill/>
          <a:ln>
            <a:solidFill>
              <a:schemeClr val="accent1">
                <a:lumMod val="20000"/>
                <a:lumOff val="80000"/>
              </a:schemeClr>
            </a:solidFill>
          </a:ln>
        </p:spPr>
        <p:txBody>
          <a:bodyPr wrap="square" rtlCol="0">
            <a:spAutoFit/>
          </a:bodyPr>
          <a:lstStyle/>
          <a:p>
            <a:pPr algn="ctr"/>
            <a:r>
              <a:rPr lang="en-US" sz="1200" dirty="0">
                <a:latin typeface="Arial Narrow" panose="020B0606020202030204" pitchFamily="34" charset="0"/>
              </a:rPr>
              <a:t>New SN unaware of criteria </a:t>
            </a:r>
          </a:p>
        </p:txBody>
      </p:sp>
      <p:sp>
        <p:nvSpPr>
          <p:cNvPr id="60" name="TextBox 59">
            <a:extLst>
              <a:ext uri="{FF2B5EF4-FFF2-40B4-BE49-F238E27FC236}">
                <a16:creationId xmlns:a16="http://schemas.microsoft.com/office/drawing/2014/main" id="{06C089EA-829E-5D66-F359-FC745163EB26}"/>
              </a:ext>
            </a:extLst>
          </p:cNvPr>
          <p:cNvSpPr txBox="1"/>
          <p:nvPr/>
        </p:nvSpPr>
        <p:spPr>
          <a:xfrm>
            <a:off x="4464269" y="5216482"/>
            <a:ext cx="1552228" cy="461665"/>
          </a:xfrm>
          <a:prstGeom prst="rect">
            <a:avLst/>
          </a:prstGeom>
          <a:noFill/>
          <a:ln>
            <a:solidFill>
              <a:schemeClr val="accent1">
                <a:lumMod val="20000"/>
                <a:lumOff val="80000"/>
              </a:schemeClr>
            </a:solidFill>
          </a:ln>
        </p:spPr>
        <p:txBody>
          <a:bodyPr wrap="square" rtlCol="0">
            <a:spAutoFit/>
          </a:bodyPr>
          <a:lstStyle/>
          <a:p>
            <a:r>
              <a:rPr lang="en-US" sz="1200" b="1" dirty="0">
                <a:latin typeface="Arial Narrow" panose="020B0606020202030204" pitchFamily="34" charset="0"/>
              </a:rPr>
              <a:t>Screening criteria not included in Orientation</a:t>
            </a:r>
          </a:p>
        </p:txBody>
      </p:sp>
      <p:sp>
        <p:nvSpPr>
          <p:cNvPr id="67" name="TextBox 66">
            <a:extLst>
              <a:ext uri="{FF2B5EF4-FFF2-40B4-BE49-F238E27FC236}">
                <a16:creationId xmlns:a16="http://schemas.microsoft.com/office/drawing/2014/main" id="{0C1499C3-5908-0C6D-A907-CBAC45E01253}"/>
              </a:ext>
            </a:extLst>
          </p:cNvPr>
          <p:cNvSpPr txBox="1"/>
          <p:nvPr/>
        </p:nvSpPr>
        <p:spPr>
          <a:xfrm>
            <a:off x="6256568" y="5333948"/>
            <a:ext cx="1697621" cy="461665"/>
          </a:xfrm>
          <a:prstGeom prst="rect">
            <a:avLst/>
          </a:prstGeom>
          <a:noFill/>
          <a:ln>
            <a:solidFill>
              <a:schemeClr val="accent1">
                <a:lumMod val="20000"/>
                <a:lumOff val="80000"/>
              </a:schemeClr>
            </a:solidFill>
          </a:ln>
        </p:spPr>
        <p:txBody>
          <a:bodyPr wrap="square" rtlCol="0">
            <a:spAutoFit/>
          </a:bodyPr>
          <a:lstStyle/>
          <a:p>
            <a:pPr algn="ctr"/>
            <a:r>
              <a:rPr lang="en-US" sz="1200" dirty="0">
                <a:latin typeface="Arial Narrow" panose="020B0606020202030204" pitchFamily="34" charset="0"/>
              </a:rPr>
              <a:t>Lack of physical reminder for criteria in work area</a:t>
            </a:r>
          </a:p>
        </p:txBody>
      </p:sp>
      <p:sp>
        <p:nvSpPr>
          <p:cNvPr id="68" name="TextBox 67">
            <a:extLst>
              <a:ext uri="{FF2B5EF4-FFF2-40B4-BE49-F238E27FC236}">
                <a16:creationId xmlns:a16="http://schemas.microsoft.com/office/drawing/2014/main" id="{B09BDDA8-E5D3-C125-1575-E02A93CCCC5F}"/>
              </a:ext>
            </a:extLst>
          </p:cNvPr>
          <p:cNvSpPr txBox="1"/>
          <p:nvPr/>
        </p:nvSpPr>
        <p:spPr>
          <a:xfrm>
            <a:off x="6455664" y="4932854"/>
            <a:ext cx="2917599" cy="276999"/>
          </a:xfrm>
          <a:prstGeom prst="rect">
            <a:avLst/>
          </a:prstGeom>
          <a:noFill/>
          <a:ln>
            <a:solidFill>
              <a:schemeClr val="accent1">
                <a:lumMod val="20000"/>
                <a:lumOff val="80000"/>
              </a:schemeClr>
            </a:solidFill>
          </a:ln>
        </p:spPr>
        <p:txBody>
          <a:bodyPr wrap="square" rtlCol="0">
            <a:spAutoFit/>
          </a:bodyPr>
          <a:lstStyle/>
          <a:p>
            <a:pPr algn="ctr"/>
            <a:r>
              <a:rPr lang="en-US" sz="1200" dirty="0">
                <a:latin typeface="Arial Narrow" panose="020B0606020202030204" pitchFamily="34" charset="0"/>
              </a:rPr>
              <a:t>Lack of dedicated workstation for SN in ED</a:t>
            </a:r>
          </a:p>
        </p:txBody>
      </p:sp>
      <p:sp>
        <p:nvSpPr>
          <p:cNvPr id="73" name="TextBox 72">
            <a:extLst>
              <a:ext uri="{FF2B5EF4-FFF2-40B4-BE49-F238E27FC236}">
                <a16:creationId xmlns:a16="http://schemas.microsoft.com/office/drawing/2014/main" id="{24B2C9CF-9208-F51D-F6B1-7BAB26244D2B}"/>
              </a:ext>
            </a:extLst>
          </p:cNvPr>
          <p:cNvSpPr txBox="1"/>
          <p:nvPr/>
        </p:nvSpPr>
        <p:spPr>
          <a:xfrm>
            <a:off x="5585936" y="4555377"/>
            <a:ext cx="2625304" cy="276999"/>
          </a:xfrm>
          <a:prstGeom prst="rect">
            <a:avLst/>
          </a:prstGeom>
          <a:noFill/>
          <a:ln>
            <a:solidFill>
              <a:schemeClr val="accent1">
                <a:lumMod val="20000"/>
                <a:lumOff val="80000"/>
              </a:schemeClr>
            </a:solidFill>
          </a:ln>
        </p:spPr>
        <p:txBody>
          <a:bodyPr wrap="square" rtlCol="0">
            <a:spAutoFit/>
          </a:bodyPr>
          <a:lstStyle/>
          <a:p>
            <a:pPr algn="ctr"/>
            <a:r>
              <a:rPr lang="en-US" sz="1200" dirty="0">
                <a:latin typeface="Arial Narrow" panose="020B0606020202030204" pitchFamily="34" charset="0"/>
              </a:rPr>
              <a:t>Rushed by medical team to contact PT</a:t>
            </a:r>
          </a:p>
        </p:txBody>
      </p:sp>
      <p:sp>
        <p:nvSpPr>
          <p:cNvPr id="74" name="TextBox 73">
            <a:extLst>
              <a:ext uri="{FF2B5EF4-FFF2-40B4-BE49-F238E27FC236}">
                <a16:creationId xmlns:a16="http://schemas.microsoft.com/office/drawing/2014/main" id="{F64C5B39-8892-5036-3CC5-0C99F0864937}"/>
              </a:ext>
            </a:extLst>
          </p:cNvPr>
          <p:cNvSpPr txBox="1"/>
          <p:nvPr/>
        </p:nvSpPr>
        <p:spPr>
          <a:xfrm>
            <a:off x="7037907" y="4031038"/>
            <a:ext cx="2625304" cy="461665"/>
          </a:xfrm>
          <a:prstGeom prst="rect">
            <a:avLst/>
          </a:prstGeom>
          <a:noFill/>
          <a:ln>
            <a:solidFill>
              <a:schemeClr val="accent1">
                <a:lumMod val="20000"/>
                <a:lumOff val="80000"/>
              </a:schemeClr>
            </a:solidFill>
          </a:ln>
        </p:spPr>
        <p:txBody>
          <a:bodyPr wrap="square" rtlCol="0">
            <a:spAutoFit/>
          </a:bodyPr>
          <a:lstStyle/>
          <a:p>
            <a:pPr algn="ctr"/>
            <a:r>
              <a:rPr lang="en-US" sz="1200">
                <a:latin typeface="Arial Narrow" panose="020B0606020202030204" pitchFamily="34" charset="0"/>
              </a:rPr>
              <a:t>Medical team keen to discharge patient promptly or patient is keen for home</a:t>
            </a:r>
          </a:p>
        </p:txBody>
      </p:sp>
      <p:cxnSp>
        <p:nvCxnSpPr>
          <p:cNvPr id="19" name="Straight Arrow Connector 18">
            <a:extLst>
              <a:ext uri="{FF2B5EF4-FFF2-40B4-BE49-F238E27FC236}">
                <a16:creationId xmlns:a16="http://schemas.microsoft.com/office/drawing/2014/main" id="{529A7FB5-487C-47F3-3F73-C76A8359A723}"/>
              </a:ext>
            </a:extLst>
          </p:cNvPr>
          <p:cNvCxnSpPr>
            <a:cxnSpLocks/>
          </p:cNvCxnSpPr>
          <p:nvPr/>
        </p:nvCxnSpPr>
        <p:spPr>
          <a:xfrm flipH="1" flipV="1">
            <a:off x="7720428" y="1848010"/>
            <a:ext cx="1" cy="4409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A32A285-D306-0633-A99D-DD86CAE137B7}"/>
              </a:ext>
            </a:extLst>
          </p:cNvPr>
          <p:cNvCxnSpPr>
            <a:stCxn id="11" idx="3"/>
          </p:cNvCxnSpPr>
          <p:nvPr/>
        </p:nvCxnSpPr>
        <p:spPr>
          <a:xfrm>
            <a:off x="7009285" y="1776363"/>
            <a:ext cx="1633682" cy="3414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FD5406C-E486-3159-64A5-F1CD537DAD79}"/>
              </a:ext>
            </a:extLst>
          </p:cNvPr>
          <p:cNvCxnSpPr>
            <a:cxnSpLocks/>
            <a:stCxn id="10" idx="3"/>
          </p:cNvCxnSpPr>
          <p:nvPr/>
        </p:nvCxnSpPr>
        <p:spPr>
          <a:xfrm flipV="1">
            <a:off x="2295144" y="2515382"/>
            <a:ext cx="603920" cy="158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5E6F4990-781B-C95C-4B42-8700FB95D82F}"/>
              </a:ext>
            </a:extLst>
          </p:cNvPr>
          <p:cNvCxnSpPr/>
          <p:nvPr/>
        </p:nvCxnSpPr>
        <p:spPr>
          <a:xfrm flipV="1">
            <a:off x="2674880" y="2528954"/>
            <a:ext cx="0" cy="56023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le 37">
            <a:extLst>
              <a:ext uri="{FF2B5EF4-FFF2-40B4-BE49-F238E27FC236}">
                <a16:creationId xmlns:a16="http://schemas.microsoft.com/office/drawing/2014/main" id="{7071878E-5C12-7E98-2C41-166EBD93BD9D}"/>
              </a:ext>
            </a:extLst>
          </p:cNvPr>
          <p:cNvSpPr>
            <a:spLocks noChangeArrowheads="1"/>
          </p:cNvSpPr>
          <p:nvPr/>
        </p:nvSpPr>
        <p:spPr bwMode="auto">
          <a:xfrm>
            <a:off x="182063" y="6290592"/>
            <a:ext cx="3303307" cy="427022"/>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18288" tIns="18288" rIns="18288" bIns="18288" anchor="ctr" anchorCtr="1"/>
          <a:lstStyle/>
          <a:p>
            <a:pPr algn="ctr">
              <a:lnSpc>
                <a:spcPct val="85000"/>
              </a:lnSpc>
              <a:spcBef>
                <a:spcPts val="20"/>
              </a:spcBef>
            </a:pPr>
            <a:r>
              <a:rPr lang="en-US" sz="1400" dirty="0">
                <a:solidFill>
                  <a:schemeClr val="tx1"/>
                </a:solidFill>
                <a:latin typeface="Arial Narrow" panose="020B0606020202030204" pitchFamily="34" charset="0"/>
                <a:ea typeface="Arial" charset="0"/>
                <a:cs typeface="Arial" charset="0"/>
              </a:rPr>
              <a:t>Early referral </a:t>
            </a:r>
            <a:r>
              <a:rPr lang="en-GB" sz="1400" dirty="0">
                <a:solidFill>
                  <a:schemeClr val="tx1"/>
                </a:solidFill>
                <a:latin typeface="Arial Narrow" panose="020B0606020202030204" pitchFamily="34" charset="0"/>
                <a:ea typeface="Arial" charset="0"/>
                <a:cs typeface="Arial" charset="0"/>
              </a:rPr>
              <a:t>for </a:t>
            </a:r>
            <a:r>
              <a:rPr lang="en-US" sz="1400" dirty="0">
                <a:solidFill>
                  <a:schemeClr val="tx1"/>
                </a:solidFill>
                <a:latin typeface="Arial Narrow" panose="020B0606020202030204" pitchFamily="34" charset="0"/>
                <a:ea typeface="Arial" charset="0"/>
                <a:cs typeface="Arial" charset="0"/>
              </a:rPr>
              <a:t>PT</a:t>
            </a:r>
            <a:r>
              <a:rPr lang="en-GB" sz="1400" dirty="0">
                <a:solidFill>
                  <a:schemeClr val="tx1"/>
                </a:solidFill>
                <a:latin typeface="Arial Narrow" panose="020B0606020202030204" pitchFamily="34" charset="0"/>
                <a:ea typeface="Arial" charset="0"/>
                <a:cs typeface="Arial" charset="0"/>
              </a:rPr>
              <a:t> review</a:t>
            </a:r>
            <a:r>
              <a:rPr lang="en-US" sz="1400" dirty="0">
                <a:solidFill>
                  <a:schemeClr val="tx1"/>
                </a:solidFill>
                <a:latin typeface="Arial Narrow" panose="020B0606020202030204" pitchFamily="34" charset="0"/>
                <a:ea typeface="Arial" charset="0"/>
                <a:cs typeface="Arial" charset="0"/>
              </a:rPr>
              <a:t> </a:t>
            </a:r>
            <a:r>
              <a:rPr lang="en-GB" sz="1400" dirty="0">
                <a:solidFill>
                  <a:schemeClr val="tx1"/>
                </a:solidFill>
                <a:latin typeface="Arial Narrow" panose="020B0606020202030204" pitchFamily="34" charset="0"/>
                <a:ea typeface="Arial" charset="0"/>
                <a:cs typeface="Arial" charset="0"/>
              </a:rPr>
              <a:t>by medical team </a:t>
            </a:r>
            <a:r>
              <a:rPr lang="en-US" sz="1400" dirty="0">
                <a:solidFill>
                  <a:schemeClr val="tx1"/>
                </a:solidFill>
                <a:latin typeface="Arial Narrow" panose="020B0606020202030204" pitchFamily="34" charset="0"/>
                <a:ea typeface="Arial" charset="0"/>
                <a:cs typeface="Arial" charset="0"/>
              </a:rPr>
              <a:t>w</a:t>
            </a:r>
            <a:r>
              <a:rPr lang="en-GB" sz="1400" dirty="0">
                <a:solidFill>
                  <a:schemeClr val="tx1"/>
                </a:solidFill>
                <a:latin typeface="Arial Narrow" panose="020B0606020202030204" pitchFamily="34" charset="0"/>
                <a:ea typeface="Arial" charset="0"/>
                <a:cs typeface="Arial" charset="0"/>
              </a:rPr>
              <a:t>hen</a:t>
            </a:r>
            <a:r>
              <a:rPr lang="en-US" sz="1400" dirty="0">
                <a:solidFill>
                  <a:schemeClr val="tx1"/>
                </a:solidFill>
                <a:latin typeface="Arial Narrow" panose="020B0606020202030204" pitchFamily="34" charset="0"/>
                <a:ea typeface="Arial" charset="0"/>
                <a:cs typeface="Arial" charset="0"/>
              </a:rPr>
              <a:t> patient is not medically fit</a:t>
            </a:r>
          </a:p>
        </p:txBody>
      </p:sp>
      <p:sp>
        <p:nvSpPr>
          <p:cNvPr id="51" name="TextBox 50">
            <a:extLst>
              <a:ext uri="{FF2B5EF4-FFF2-40B4-BE49-F238E27FC236}">
                <a16:creationId xmlns:a16="http://schemas.microsoft.com/office/drawing/2014/main" id="{BB6E3B11-F67A-B557-E936-DEB267BC7054}"/>
              </a:ext>
            </a:extLst>
          </p:cNvPr>
          <p:cNvSpPr txBox="1"/>
          <p:nvPr/>
        </p:nvSpPr>
        <p:spPr>
          <a:xfrm>
            <a:off x="1174398" y="4753602"/>
            <a:ext cx="1665619" cy="461665"/>
          </a:xfrm>
          <a:prstGeom prst="rect">
            <a:avLst/>
          </a:prstGeom>
          <a:noFill/>
          <a:ln>
            <a:solidFill>
              <a:schemeClr val="accent1">
                <a:lumMod val="20000"/>
                <a:lumOff val="80000"/>
              </a:schemeClr>
            </a:solidFill>
          </a:ln>
        </p:spPr>
        <p:txBody>
          <a:bodyPr wrap="square" rtlCol="0">
            <a:spAutoFit/>
          </a:bodyPr>
          <a:lstStyle/>
          <a:p>
            <a:pPr algn="ctr"/>
            <a:r>
              <a:rPr lang="en-US" sz="1200" dirty="0">
                <a:latin typeface="Arial Narrow" panose="020B0606020202030204" pitchFamily="34" charset="0"/>
              </a:rPr>
              <a:t>Doctors not orientated to Screening Criteria</a:t>
            </a:r>
          </a:p>
        </p:txBody>
      </p:sp>
      <p:cxnSp>
        <p:nvCxnSpPr>
          <p:cNvPr id="78" name="Straight Arrow Connector 77">
            <a:extLst>
              <a:ext uri="{FF2B5EF4-FFF2-40B4-BE49-F238E27FC236}">
                <a16:creationId xmlns:a16="http://schemas.microsoft.com/office/drawing/2014/main" id="{071F268D-5AF4-5CE6-ECF7-5A9D31FE00AF}"/>
              </a:ext>
            </a:extLst>
          </p:cNvPr>
          <p:cNvCxnSpPr>
            <a:cxnSpLocks/>
          </p:cNvCxnSpPr>
          <p:nvPr/>
        </p:nvCxnSpPr>
        <p:spPr>
          <a:xfrm>
            <a:off x="2405625" y="4325276"/>
            <a:ext cx="877071"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3D109212-950E-0426-297C-99AE49AE62A1}"/>
              </a:ext>
              <a:ext uri="{C183D7F6-B498-43B3-948B-1728B52AA6E4}">
                <adec:decorative xmlns:adec="http://schemas.microsoft.com/office/drawing/2017/decorative" val="1"/>
              </a:ext>
            </a:extLst>
          </p:cNvPr>
          <p:cNvCxnSpPr>
            <a:cxnSpLocks/>
          </p:cNvCxnSpPr>
          <p:nvPr/>
        </p:nvCxnSpPr>
        <p:spPr>
          <a:xfrm flipV="1">
            <a:off x="8854765" y="3995407"/>
            <a:ext cx="1270778" cy="2298117"/>
          </a:xfrm>
          <a:prstGeom prst="line">
            <a:avLst/>
          </a:prstGeom>
          <a:ln w="28575" cap="flat" cmpd="sng" algn="ctr">
            <a:solidFill>
              <a:srgbClr val="C000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E56EDB37-1021-57DE-3451-0DA8B9A35F9B}"/>
              </a:ext>
            </a:extLst>
          </p:cNvPr>
          <p:cNvCxnSpPr>
            <a:stCxn id="73" idx="3"/>
          </p:cNvCxnSpPr>
          <p:nvPr/>
        </p:nvCxnSpPr>
        <p:spPr>
          <a:xfrm>
            <a:off x="8211240" y="4693877"/>
            <a:ext cx="1451971"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79537271-B579-7EB0-0562-B8DA7A1C85A6}"/>
              </a:ext>
            </a:extLst>
          </p:cNvPr>
          <p:cNvCxnSpPr/>
          <p:nvPr/>
        </p:nvCxnSpPr>
        <p:spPr>
          <a:xfrm>
            <a:off x="8854765" y="4509207"/>
            <a:ext cx="0" cy="1846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941B5B62-1F71-FB04-92E2-2221E99B003A}"/>
              </a:ext>
            </a:extLst>
          </p:cNvPr>
          <p:cNvCxnSpPr>
            <a:cxnSpLocks/>
          </p:cNvCxnSpPr>
          <p:nvPr/>
        </p:nvCxnSpPr>
        <p:spPr>
          <a:xfrm>
            <a:off x="8597715" y="5209853"/>
            <a:ext cx="0" cy="35492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C653DD60-C6AE-C6B7-EEB2-93E05B08AB5A}"/>
              </a:ext>
            </a:extLst>
          </p:cNvPr>
          <p:cNvCxnSpPr>
            <a:cxnSpLocks/>
            <a:stCxn id="59" idx="3"/>
          </p:cNvCxnSpPr>
          <p:nvPr/>
        </p:nvCxnSpPr>
        <p:spPr>
          <a:xfrm>
            <a:off x="5271710" y="5961012"/>
            <a:ext cx="3767515"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D8A3432C-C01E-73FB-709B-AC87A8512701}"/>
              </a:ext>
            </a:extLst>
          </p:cNvPr>
          <p:cNvCxnSpPr/>
          <p:nvPr/>
        </p:nvCxnSpPr>
        <p:spPr>
          <a:xfrm>
            <a:off x="5502137" y="5678147"/>
            <a:ext cx="0" cy="23525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A540BDF3-7659-8E24-8C61-913D3DABF5A2}"/>
              </a:ext>
            </a:extLst>
          </p:cNvPr>
          <p:cNvCxnSpPr>
            <a:stCxn id="67" idx="3"/>
          </p:cNvCxnSpPr>
          <p:nvPr/>
        </p:nvCxnSpPr>
        <p:spPr>
          <a:xfrm>
            <a:off x="7954189" y="5564781"/>
            <a:ext cx="1217243" cy="222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5684FA20-4AC0-7AD0-5B88-C20A6382639D}"/>
              </a:ext>
            </a:extLst>
          </p:cNvPr>
          <p:cNvSpPr txBox="1"/>
          <p:nvPr/>
        </p:nvSpPr>
        <p:spPr>
          <a:xfrm>
            <a:off x="-22893" y="5471100"/>
            <a:ext cx="2324979" cy="276999"/>
          </a:xfrm>
          <a:prstGeom prst="rect">
            <a:avLst/>
          </a:prstGeom>
          <a:noFill/>
          <a:ln>
            <a:solidFill>
              <a:schemeClr val="accent1">
                <a:lumMod val="20000"/>
                <a:lumOff val="80000"/>
              </a:schemeClr>
            </a:solidFill>
          </a:ln>
        </p:spPr>
        <p:txBody>
          <a:bodyPr wrap="square" rtlCol="0">
            <a:spAutoFit/>
          </a:bodyPr>
          <a:lstStyle/>
          <a:p>
            <a:r>
              <a:rPr lang="en-US" sz="1200" dirty="0">
                <a:latin typeface="Arial Narrow" panose="020B0606020202030204" pitchFamily="34" charset="0"/>
              </a:rPr>
              <a:t>Doctors unaware of Screening Criteria</a:t>
            </a:r>
          </a:p>
        </p:txBody>
      </p:sp>
      <p:cxnSp>
        <p:nvCxnSpPr>
          <p:cNvPr id="103" name="Straight Arrow Connector 102">
            <a:extLst>
              <a:ext uri="{FF2B5EF4-FFF2-40B4-BE49-F238E27FC236}">
                <a16:creationId xmlns:a16="http://schemas.microsoft.com/office/drawing/2014/main" id="{8CB51A86-FF95-8636-0250-B42DFCD8C60C}"/>
              </a:ext>
            </a:extLst>
          </p:cNvPr>
          <p:cNvCxnSpPr>
            <a:cxnSpLocks/>
          </p:cNvCxnSpPr>
          <p:nvPr/>
        </p:nvCxnSpPr>
        <p:spPr>
          <a:xfrm>
            <a:off x="2302086" y="5586984"/>
            <a:ext cx="350258"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EE036E62-D98E-45BD-6678-25AEB992510B}"/>
              </a:ext>
            </a:extLst>
          </p:cNvPr>
          <p:cNvCxnSpPr>
            <a:cxnSpLocks/>
          </p:cNvCxnSpPr>
          <p:nvPr/>
        </p:nvCxnSpPr>
        <p:spPr>
          <a:xfrm>
            <a:off x="2481569" y="5199611"/>
            <a:ext cx="0" cy="3825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CFF42730-5BB2-AC1C-D7D0-1122AD4005AF}"/>
              </a:ext>
            </a:extLst>
          </p:cNvPr>
          <p:cNvSpPr/>
          <p:nvPr/>
        </p:nvSpPr>
        <p:spPr>
          <a:xfrm>
            <a:off x="52051" y="1420510"/>
            <a:ext cx="3806273" cy="784222"/>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Oval 3">
            <a:extLst>
              <a:ext uri="{FF2B5EF4-FFF2-40B4-BE49-F238E27FC236}">
                <a16:creationId xmlns:a16="http://schemas.microsoft.com/office/drawing/2014/main" id="{4818E69C-C794-3508-1658-70BE6BA4D4BC}"/>
              </a:ext>
            </a:extLst>
          </p:cNvPr>
          <p:cNvSpPr/>
          <p:nvPr/>
        </p:nvSpPr>
        <p:spPr>
          <a:xfrm>
            <a:off x="6585526" y="2108875"/>
            <a:ext cx="2269239" cy="75789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Oval 4">
            <a:extLst>
              <a:ext uri="{FF2B5EF4-FFF2-40B4-BE49-F238E27FC236}">
                <a16:creationId xmlns:a16="http://schemas.microsoft.com/office/drawing/2014/main" id="{D0E8778D-AA55-B1D6-D905-021CA7D19D1F}"/>
              </a:ext>
            </a:extLst>
          </p:cNvPr>
          <p:cNvSpPr/>
          <p:nvPr/>
        </p:nvSpPr>
        <p:spPr>
          <a:xfrm>
            <a:off x="4332172" y="5173271"/>
            <a:ext cx="1763828" cy="56290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201225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839986598"/>
              </p:ext>
            </p:extLst>
          </p:nvPr>
        </p:nvGraphicFramePr>
        <p:xfrm>
          <a:off x="226422" y="1085276"/>
          <a:ext cx="11613276" cy="3727321"/>
        </p:xfrm>
        <a:graphic>
          <a:graphicData uri="http://schemas.openxmlformats.org/drawingml/2006/table">
            <a:tbl>
              <a:tblPr firstRow="1" bandRow="1">
                <a:tableStyleId>{5C22544A-7EE6-4342-B048-85BDC9FD1C3A}</a:tableStyleId>
              </a:tblPr>
              <a:tblGrid>
                <a:gridCol w="569106">
                  <a:extLst>
                    <a:ext uri="{9D8B030D-6E8A-4147-A177-3AD203B41FA5}">
                      <a16:colId xmlns:a16="http://schemas.microsoft.com/office/drawing/2014/main" val="4122284926"/>
                    </a:ext>
                  </a:extLst>
                </a:gridCol>
                <a:gridCol w="2417562">
                  <a:extLst>
                    <a:ext uri="{9D8B030D-6E8A-4147-A177-3AD203B41FA5}">
                      <a16:colId xmlns:a16="http://schemas.microsoft.com/office/drawing/2014/main" val="4245910400"/>
                    </a:ext>
                  </a:extLst>
                </a:gridCol>
                <a:gridCol w="4815557">
                  <a:extLst>
                    <a:ext uri="{9D8B030D-6E8A-4147-A177-3AD203B41FA5}">
                      <a16:colId xmlns:a16="http://schemas.microsoft.com/office/drawing/2014/main" val="2229234666"/>
                    </a:ext>
                  </a:extLst>
                </a:gridCol>
                <a:gridCol w="1281066">
                  <a:extLst>
                    <a:ext uri="{9D8B030D-6E8A-4147-A177-3AD203B41FA5}">
                      <a16:colId xmlns:a16="http://schemas.microsoft.com/office/drawing/2014/main" val="1218290669"/>
                    </a:ext>
                  </a:extLst>
                </a:gridCol>
                <a:gridCol w="2529985">
                  <a:extLst>
                    <a:ext uri="{9D8B030D-6E8A-4147-A177-3AD203B41FA5}">
                      <a16:colId xmlns:a16="http://schemas.microsoft.com/office/drawing/2014/main" val="1740113451"/>
                    </a:ext>
                  </a:extLst>
                </a:gridCol>
              </a:tblGrid>
              <a:tr h="526921">
                <a:tc>
                  <a:txBody>
                    <a:bodyPr/>
                    <a:lstStyle/>
                    <a:p>
                      <a:r>
                        <a:rPr lang="en-SG" sz="1200" dirty="0">
                          <a:latin typeface="Arial Narrow"/>
                        </a:rPr>
                        <a:t>S/N</a:t>
                      </a:r>
                      <a:endParaRPr lang="en-SG" sz="1200" dirty="0">
                        <a:latin typeface="Arial Narrow" panose="020B0606020202030204" pitchFamily="34" charset="0"/>
                      </a:endParaRPr>
                    </a:p>
                  </a:txBody>
                  <a:tcPr/>
                </a:tc>
                <a:tc>
                  <a:txBody>
                    <a:bodyPr/>
                    <a:lstStyle/>
                    <a:p>
                      <a:r>
                        <a:rPr lang="en-US" sz="1200">
                          <a:latin typeface="Arial Narrow" panose="020B0606020202030204" pitchFamily="34" charset="0"/>
                        </a:rPr>
                        <a:t>Problem</a:t>
                      </a:r>
                      <a:endParaRPr lang="en-SG" sz="1200">
                        <a:latin typeface="Arial Narrow" panose="020B0606020202030204" pitchFamily="34" charset="0"/>
                      </a:endParaRPr>
                    </a:p>
                  </a:txBody>
                  <a:tcPr/>
                </a:tc>
                <a:tc>
                  <a:txBody>
                    <a:bodyPr/>
                    <a:lstStyle/>
                    <a:p>
                      <a:r>
                        <a:rPr lang="en-US" sz="1200">
                          <a:latin typeface="Arial Narrow"/>
                        </a:rPr>
                        <a:t>Description</a:t>
                      </a:r>
                      <a:endParaRPr lang="en-SG" sz="1200" dirty="0">
                        <a:latin typeface="Arial Narrow"/>
                      </a:endParaRPr>
                    </a:p>
                  </a:txBody>
                  <a:tcPr/>
                </a:tc>
                <a:tc>
                  <a:txBody>
                    <a:bodyPr/>
                    <a:lstStyle/>
                    <a:p>
                      <a:r>
                        <a:rPr lang="en-US" sz="1200">
                          <a:latin typeface="Arial Narrow"/>
                        </a:rPr>
                        <a:t>People</a:t>
                      </a:r>
                      <a:r>
                        <a:rPr lang="en-US" sz="1200" baseline="0">
                          <a:latin typeface="Arial Narrow"/>
                        </a:rPr>
                        <a:t> responsible</a:t>
                      </a:r>
                      <a:endParaRPr lang="en-SG" sz="1200" dirty="0">
                        <a:latin typeface="Arial Narrow"/>
                      </a:endParaRPr>
                    </a:p>
                  </a:txBody>
                  <a:tcPr/>
                </a:tc>
                <a:tc>
                  <a:txBody>
                    <a:bodyPr/>
                    <a:lstStyle/>
                    <a:p>
                      <a:r>
                        <a:rPr lang="en-US" sz="1200">
                          <a:latin typeface="Arial Narrow"/>
                        </a:rPr>
                        <a:t>Date</a:t>
                      </a:r>
                      <a:r>
                        <a:rPr lang="en-US" sz="1200" baseline="0">
                          <a:latin typeface="Arial Narrow"/>
                        </a:rPr>
                        <a:t> of implementation</a:t>
                      </a:r>
                      <a:endParaRPr lang="en-SG" sz="1200" dirty="0">
                        <a:latin typeface="Arial Narrow"/>
                      </a:endParaRPr>
                    </a:p>
                  </a:txBody>
                  <a:tcPr/>
                </a:tc>
                <a:extLst>
                  <a:ext uri="{0D108BD9-81ED-4DB2-BD59-A6C34878D82A}">
                    <a16:rowId xmlns:a16="http://schemas.microsoft.com/office/drawing/2014/main" val="2849433353"/>
                  </a:ext>
                </a:extLst>
              </a:tr>
              <a:tr h="590676">
                <a:tc>
                  <a:txBody>
                    <a:bodyPr/>
                    <a:lstStyle/>
                    <a:p>
                      <a:r>
                        <a:rPr lang="en-US" sz="1200" b="0" dirty="0">
                          <a:latin typeface="Arial Narrow" panose="020B0606020202030204" pitchFamily="34" charset="0"/>
                        </a:rPr>
                        <a:t>1.0</a:t>
                      </a:r>
                      <a:endParaRPr lang="en-SG" sz="1200" b="0" dirty="0">
                        <a:latin typeface="Arial Narrow" panose="020B0606020202030204" pitchFamily="34" charset="0"/>
                      </a:endParaRPr>
                    </a:p>
                  </a:txBody>
                  <a:tcPr/>
                </a:tc>
                <a:tc>
                  <a:txBody>
                    <a:bodyPr/>
                    <a:lstStyle/>
                    <a:p>
                      <a:r>
                        <a:rPr lang="en-SG" sz="1200" b="1" dirty="0">
                          <a:latin typeface="Arial Narrow" panose="020B0606020202030204" pitchFamily="34" charset="0"/>
                        </a:rPr>
                        <a:t>Communication inefficiencies</a:t>
                      </a:r>
                    </a:p>
                    <a:p>
                      <a:endParaRPr lang="en-SG" sz="1200" dirty="0">
                        <a:latin typeface="Arial Narrow" panose="020B0606020202030204" pitchFamily="34" charset="0"/>
                      </a:endParaRPr>
                    </a:p>
                  </a:txBody>
                  <a:tcPr/>
                </a:tc>
                <a:tc>
                  <a:txBody>
                    <a:bodyPr/>
                    <a:lstStyle/>
                    <a:p>
                      <a:r>
                        <a:rPr lang="en-US" sz="1200" dirty="0">
                          <a:latin typeface="Arial Narrow" panose="020B0606020202030204" pitchFamily="34" charset="0"/>
                        </a:rPr>
                        <a:t>Team chat created for GEM nurse and PT for communication</a:t>
                      </a:r>
                    </a:p>
                    <a:p>
                      <a:r>
                        <a:rPr lang="en-US" sz="1200" dirty="0">
                          <a:latin typeface="Arial Narrow" panose="020B0606020202030204" pitchFamily="34" charset="0"/>
                        </a:rPr>
                        <a:t>- GEM nurses to text PT after 2 unanswered call</a:t>
                      </a:r>
                      <a:endParaRPr lang="en-SG" sz="1200" dirty="0">
                        <a:latin typeface="Arial Narrow" panose="020B0606020202030204" pitchFamily="34" charset="0"/>
                      </a:endParaRPr>
                    </a:p>
                    <a:p>
                      <a:pPr marL="285750" indent="-285750">
                        <a:buFontTx/>
                        <a:buChar char="-"/>
                      </a:pPr>
                      <a:endParaRPr lang="en-SG" sz="1200" dirty="0">
                        <a:latin typeface="Arial Narrow" panose="020B0606020202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dirty="0">
                          <a:latin typeface="Arial Narrow" panose="020B0606020202030204" pitchFamily="34" charset="0"/>
                        </a:rPr>
                        <a:t>APN </a:t>
                      </a:r>
                      <a:r>
                        <a:rPr lang="en-SG" sz="1200" dirty="0" err="1">
                          <a:latin typeface="Arial Narrow" panose="020B0606020202030204" pitchFamily="34" charset="0"/>
                        </a:rPr>
                        <a:t>Hongjuan</a:t>
                      </a:r>
                      <a:r>
                        <a:rPr lang="en-SG" sz="1200" dirty="0">
                          <a:latin typeface="Arial Narrow" panose="020B0606020202030204" pitchFamily="34" charset="0"/>
                        </a:rPr>
                        <a:t> and PT Yi Na</a:t>
                      </a:r>
                    </a:p>
                    <a:p>
                      <a:endParaRPr lang="en-SG" sz="1200" dirty="0">
                        <a:latin typeface="Arial Narrow" panose="020B0606020202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dirty="0">
                          <a:latin typeface="Arial Narrow" panose="020B0606020202030204" pitchFamily="34" charset="0"/>
                        </a:rPr>
                        <a:t>25</a:t>
                      </a:r>
                      <a:r>
                        <a:rPr lang="en-SG" sz="1200" baseline="30000" dirty="0">
                          <a:latin typeface="Arial Narrow" panose="020B0606020202030204" pitchFamily="34" charset="0"/>
                        </a:rPr>
                        <a:t>th</a:t>
                      </a:r>
                      <a:r>
                        <a:rPr lang="en-SG" sz="1200" dirty="0">
                          <a:latin typeface="Arial Narrow" panose="020B0606020202030204" pitchFamily="34" charset="0"/>
                        </a:rPr>
                        <a:t>  Aug 25</a:t>
                      </a:r>
                    </a:p>
                  </a:txBody>
                  <a:tcPr/>
                </a:tc>
                <a:extLst>
                  <a:ext uri="{0D108BD9-81ED-4DB2-BD59-A6C34878D82A}">
                    <a16:rowId xmlns:a16="http://schemas.microsoft.com/office/drawing/2014/main" val="2528753967"/>
                  </a:ext>
                </a:extLst>
              </a:tr>
              <a:tr h="590676">
                <a:tc>
                  <a:txBody>
                    <a:bodyPr/>
                    <a:lstStyle/>
                    <a:p>
                      <a:pPr algn="l">
                        <a:lnSpc>
                          <a:spcPct val="85000"/>
                        </a:lnSpc>
                        <a:spcBef>
                          <a:spcPts val="20"/>
                        </a:spcBef>
                      </a:pPr>
                      <a:r>
                        <a:rPr lang="en-US" sz="1200" b="0" dirty="0">
                          <a:solidFill>
                            <a:schemeClr val="tx1"/>
                          </a:solidFill>
                          <a:latin typeface="Arial Narrow" panose="020B0606020202030204" pitchFamily="34" charset="0"/>
                          <a:ea typeface="Arial" charset="0"/>
                          <a:cs typeface="Arial" charset="0"/>
                        </a:rPr>
                        <a:t>2.0</a:t>
                      </a:r>
                    </a:p>
                  </a:txBody>
                  <a:tcPr/>
                </a:tc>
                <a:tc>
                  <a:txBody>
                    <a:bodyPr/>
                    <a:lstStyle/>
                    <a:p>
                      <a:pPr algn="l">
                        <a:lnSpc>
                          <a:spcPct val="85000"/>
                        </a:lnSpc>
                        <a:spcBef>
                          <a:spcPts val="20"/>
                        </a:spcBef>
                      </a:pPr>
                      <a:r>
                        <a:rPr lang="en-SG" sz="1200" b="1" dirty="0">
                          <a:solidFill>
                            <a:schemeClr val="tx1"/>
                          </a:solidFill>
                          <a:latin typeface="Arial Narrow" panose="020B0606020202030204" pitchFamily="34" charset="0"/>
                          <a:ea typeface="Arial" charset="0"/>
                          <a:cs typeface="Arial" charset="0"/>
                        </a:rPr>
                        <a:t>Lack of consensus between SN and PT on screening criteria</a:t>
                      </a:r>
                      <a:endParaRPr lang="en-US" sz="1200" b="1" dirty="0">
                        <a:solidFill>
                          <a:schemeClr val="tx1"/>
                        </a:solidFill>
                        <a:latin typeface="Arial Narrow" panose="020B0606020202030204" pitchFamily="34" charset="0"/>
                        <a:ea typeface="Arial" charset="0"/>
                        <a:cs typeface="Arial" charset="0"/>
                      </a:endParaRPr>
                    </a:p>
                  </a:txBody>
                  <a:tcPr/>
                </a:tc>
                <a:tc>
                  <a:txBody>
                    <a:bodyPr/>
                    <a:lstStyle/>
                    <a:p>
                      <a:pPr marL="0" indent="0">
                        <a:buFontTx/>
                        <a:buNone/>
                      </a:pPr>
                      <a:r>
                        <a:rPr lang="en-SG" sz="1200" b="0" i="0" kern="1200" dirty="0">
                          <a:solidFill>
                            <a:schemeClr val="dk1"/>
                          </a:solidFill>
                          <a:effectLst/>
                          <a:latin typeface="Arial Narrow" panose="020B0606020202030204" pitchFamily="34" charset="0"/>
                          <a:ea typeface="+mn-ea"/>
                          <a:cs typeface="+mn-cs"/>
                        </a:rPr>
                        <a:t>Consensus of screening criteria* between SN and PT​</a:t>
                      </a:r>
                      <a:endParaRPr lang="en-US" sz="1200" dirty="0">
                        <a:latin typeface="Arial Narrow" panose="020B0606020202030204" pitchFamily="34" charset="0"/>
                      </a:endParaRPr>
                    </a:p>
                    <a:p>
                      <a:pPr marL="0" indent="0">
                        <a:buFontTx/>
                        <a:buNone/>
                      </a:pPr>
                      <a:endParaRPr lang="en-US" sz="1200" dirty="0">
                        <a:latin typeface="Arial Narrow" panose="020B0606020202030204" pitchFamily="34" charset="0"/>
                      </a:endParaRPr>
                    </a:p>
                    <a:p>
                      <a:pPr marL="0" indent="0">
                        <a:buFontTx/>
                        <a:buNone/>
                      </a:pPr>
                      <a:r>
                        <a:rPr lang="en-US" sz="1200" dirty="0">
                          <a:latin typeface="Arial Narrow" panose="020B0606020202030204" pitchFamily="34" charset="0"/>
                        </a:rPr>
                        <a:t>* Screening criteria: </a:t>
                      </a:r>
                    </a:p>
                    <a:p>
                      <a:pPr marL="285750" indent="-285750">
                        <a:buFontTx/>
                        <a:buChar char="-"/>
                      </a:pPr>
                      <a:r>
                        <a:rPr lang="en-US" sz="1200" dirty="0">
                          <a:latin typeface="Arial Narrow" panose="020B0606020202030204" pitchFamily="34" charset="0"/>
                        </a:rPr>
                        <a:t>Referral by Doctor/APN</a:t>
                      </a:r>
                    </a:p>
                    <a:p>
                      <a:pPr marL="285750" indent="-285750">
                        <a:buFontTx/>
                        <a:buChar char="-"/>
                      </a:pPr>
                      <a:r>
                        <a:rPr lang="en-US" sz="1200" dirty="0">
                          <a:latin typeface="Arial Narrow" panose="020B0606020202030204" pitchFamily="34" charset="0"/>
                        </a:rPr>
                        <a:t>Agreeable for ED PT charges</a:t>
                      </a:r>
                    </a:p>
                    <a:p>
                      <a:pPr marL="285750" indent="-285750">
                        <a:buFontTx/>
                        <a:buChar char="-"/>
                      </a:pPr>
                      <a:r>
                        <a:rPr lang="en-US" sz="1200" dirty="0">
                          <a:latin typeface="Arial Narrow" panose="020B0606020202030204" pitchFamily="34" charset="0"/>
                        </a:rPr>
                        <a:t>Carer to be available during PT session (if patient has carer)</a:t>
                      </a:r>
                    </a:p>
                    <a:p>
                      <a:pPr marL="285750" indent="-285750">
                        <a:buFontTx/>
                        <a:buChar char="-"/>
                      </a:pPr>
                      <a:r>
                        <a:rPr lang="en-US" sz="1200" dirty="0">
                          <a:latin typeface="Arial Narrow" panose="020B0606020202030204" pitchFamily="34" charset="0"/>
                        </a:rPr>
                        <a:t>No pending medical investigation</a:t>
                      </a:r>
                    </a:p>
                    <a:p>
                      <a:pPr marL="0" indent="0">
                        <a:buFontTx/>
                        <a:buNone/>
                      </a:pPr>
                      <a:endParaRPr lang="en-SG" sz="1200" dirty="0">
                        <a:latin typeface="Arial Narrow" panose="020B0606020202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Narrow" panose="020B0606020202030204" pitchFamily="34" charset="0"/>
                        </a:rPr>
                        <a:t>Disseminate Screening Criteria to existing ED SN</a:t>
                      </a:r>
                    </a:p>
                    <a:p>
                      <a:pPr marL="0" indent="0">
                        <a:buFontTx/>
                        <a:buNone/>
                      </a:pPr>
                      <a:endParaRPr lang="en-SG" sz="1200" dirty="0">
                        <a:latin typeface="Arial Narrow" panose="020B0606020202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dirty="0">
                          <a:latin typeface="Arial Narrow" panose="020B0606020202030204" pitchFamily="34" charset="0"/>
                        </a:rPr>
                        <a:t>APN </a:t>
                      </a:r>
                      <a:r>
                        <a:rPr lang="en-SG" sz="1200" dirty="0" err="1">
                          <a:latin typeface="Arial Narrow" panose="020B0606020202030204" pitchFamily="34" charset="0"/>
                        </a:rPr>
                        <a:t>Hongjuan</a:t>
                      </a:r>
                      <a:r>
                        <a:rPr lang="en-SG" sz="1200" dirty="0">
                          <a:latin typeface="Arial Narrow" panose="020B0606020202030204" pitchFamily="34" charset="0"/>
                        </a:rPr>
                        <a:t> and PT Yi Na</a:t>
                      </a:r>
                    </a:p>
                    <a:p>
                      <a:endParaRPr lang="en-SG" sz="1200" dirty="0">
                        <a:latin typeface="Arial Narrow" panose="020B0606020202030204" pitchFamily="34" charset="0"/>
                      </a:endParaRPr>
                    </a:p>
                    <a:p>
                      <a:endParaRPr lang="en-SG" sz="1200" dirty="0">
                        <a:latin typeface="Arial Narrow" panose="020B0606020202030204" pitchFamily="34" charset="0"/>
                      </a:endParaRPr>
                    </a:p>
                    <a:p>
                      <a:endParaRPr lang="en-SG" sz="1200" dirty="0">
                        <a:latin typeface="Arial Narrow" panose="020B0606020202030204" pitchFamily="34" charset="0"/>
                      </a:endParaRPr>
                    </a:p>
                    <a:p>
                      <a:endParaRPr lang="en-SG" sz="1200" dirty="0">
                        <a:latin typeface="Arial Narrow" panose="020B0606020202030204" pitchFamily="34" charset="0"/>
                      </a:endParaRPr>
                    </a:p>
                    <a:p>
                      <a:endParaRPr lang="en-SG" sz="1200" dirty="0">
                        <a:latin typeface="Arial Narrow" panose="020B0606020202030204" pitchFamily="34" charset="0"/>
                      </a:endParaRPr>
                    </a:p>
                    <a:p>
                      <a:endParaRPr lang="en-SG" sz="1200" dirty="0">
                        <a:latin typeface="Arial Narrow" panose="020B0606020202030204" pitchFamily="34" charset="0"/>
                      </a:endParaRPr>
                    </a:p>
                    <a:p>
                      <a:r>
                        <a:rPr lang="en-SG" sz="1200" dirty="0">
                          <a:latin typeface="Arial Narrow" panose="020B0606020202030204" pitchFamily="34" charset="0"/>
                        </a:rPr>
                        <a:t>APN </a:t>
                      </a:r>
                      <a:r>
                        <a:rPr lang="en-SG" sz="1200" dirty="0" err="1">
                          <a:latin typeface="Arial Narrow" panose="020B0606020202030204" pitchFamily="34" charset="0"/>
                        </a:rPr>
                        <a:t>Hongjuan</a:t>
                      </a:r>
                      <a:r>
                        <a:rPr lang="en-SG" sz="1200" dirty="0">
                          <a:latin typeface="Arial Narrow" panose="020B0606020202030204" pitchFamily="34" charset="0"/>
                        </a:rPr>
                        <a:t> and Peiqi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dirty="0">
                          <a:latin typeface="Arial Narrow" panose="020B0606020202030204" pitchFamily="34" charset="0"/>
                        </a:rPr>
                        <a:t>25</a:t>
                      </a:r>
                      <a:r>
                        <a:rPr lang="en-SG" sz="1200" baseline="30000" dirty="0">
                          <a:latin typeface="Arial Narrow" panose="020B0606020202030204" pitchFamily="34" charset="0"/>
                        </a:rPr>
                        <a:t>th</a:t>
                      </a:r>
                      <a:r>
                        <a:rPr lang="en-SG" sz="1200" dirty="0">
                          <a:latin typeface="Arial Narrow" panose="020B0606020202030204" pitchFamily="34" charset="0"/>
                        </a:rPr>
                        <a:t>  Aug 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200" dirty="0">
                        <a:latin typeface="Arial Narrow" panose="020B0606020202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200" dirty="0">
                        <a:latin typeface="Arial Narrow" panose="020B0606020202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200" dirty="0">
                        <a:latin typeface="Arial Narrow" panose="020B0606020202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200" dirty="0">
                        <a:latin typeface="Arial Narrow" panose="020B0606020202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200" dirty="0">
                        <a:latin typeface="Arial Narrow" panose="020B0606020202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200" dirty="0">
                        <a:latin typeface="Arial Narrow" panose="020B0606020202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200" dirty="0">
                        <a:latin typeface="Arial Narrow" panose="020B0606020202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dirty="0">
                          <a:latin typeface="Arial Narrow" panose="020B0606020202030204" pitchFamily="34" charset="0"/>
                        </a:rPr>
                        <a:t>1</a:t>
                      </a:r>
                      <a:r>
                        <a:rPr lang="en-SG" sz="1200" baseline="30000" dirty="0">
                          <a:latin typeface="Arial Narrow" panose="020B0606020202030204" pitchFamily="34" charset="0"/>
                        </a:rPr>
                        <a:t>st</a:t>
                      </a:r>
                      <a:r>
                        <a:rPr lang="en-SG" sz="1200" dirty="0">
                          <a:latin typeface="Arial Narrow" panose="020B0606020202030204" pitchFamily="34" charset="0"/>
                        </a:rPr>
                        <a:t> Sept 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200" dirty="0">
                        <a:latin typeface="Arial Narrow" panose="020B0606020202030204" pitchFamily="34" charset="0"/>
                      </a:endParaRPr>
                    </a:p>
                  </a:txBody>
                  <a:tcPr/>
                </a:tc>
                <a:extLst>
                  <a:ext uri="{0D108BD9-81ED-4DB2-BD59-A6C34878D82A}">
                    <a16:rowId xmlns:a16="http://schemas.microsoft.com/office/drawing/2014/main" val="357972680"/>
                  </a:ext>
                </a:extLst>
              </a:tr>
              <a:tr h="590676">
                <a:tc>
                  <a:txBody>
                    <a:bodyPr/>
                    <a:lstStyle/>
                    <a:p>
                      <a:r>
                        <a:rPr lang="en-US" sz="1200" b="0" dirty="0">
                          <a:latin typeface="Arial Narrow" panose="020B0606020202030204" pitchFamily="34" charset="0"/>
                        </a:rPr>
                        <a:t>3.0</a:t>
                      </a:r>
                    </a:p>
                  </a:txBody>
                  <a:tcPr/>
                </a:tc>
                <a:tc>
                  <a:txBody>
                    <a:bodyPr/>
                    <a:lstStyle/>
                    <a:p>
                      <a:r>
                        <a:rPr lang="en-US" sz="1200" b="1" dirty="0">
                          <a:latin typeface="Arial Narrow" panose="020B0606020202030204" pitchFamily="34" charset="0"/>
                        </a:rPr>
                        <a:t>Orientation of Screening Criteria to new SN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Narrow"/>
                        </a:rPr>
                        <a:t>Include Screening Criteria into orientation program for New ED SN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Arial Narrow"/>
                      </a:endParaRPr>
                    </a:p>
                    <a:p>
                      <a:pPr marL="285750" indent="-285750">
                        <a:buFontTx/>
                        <a:buChar char="-"/>
                      </a:pPr>
                      <a:endParaRPr lang="en-SG" sz="1200" dirty="0">
                        <a:latin typeface="Arial Narrow" panose="020B0606020202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a:latin typeface="Arial Narrow"/>
                        </a:rPr>
                        <a:t>APN Hongjuan and Peiqi</a:t>
                      </a:r>
                    </a:p>
                    <a:p>
                      <a:endParaRPr lang="en-SG" sz="1200" dirty="0">
                        <a:latin typeface="Arial Narrow" panose="020B0606020202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dirty="0">
                          <a:latin typeface="Arial Narrow" panose="020B0606020202030204" pitchFamily="34" charset="0"/>
                        </a:rPr>
                        <a:t>1</a:t>
                      </a:r>
                      <a:r>
                        <a:rPr lang="en-SG" sz="1200" baseline="30000" dirty="0">
                          <a:latin typeface="Arial Narrow" panose="020B0606020202030204" pitchFamily="34" charset="0"/>
                        </a:rPr>
                        <a:t>st</a:t>
                      </a:r>
                      <a:r>
                        <a:rPr lang="en-SG" sz="1200" dirty="0">
                          <a:latin typeface="Arial Narrow" panose="020B0606020202030204" pitchFamily="34" charset="0"/>
                        </a:rPr>
                        <a:t>  Sept 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200" dirty="0">
                        <a:latin typeface="Arial Narrow" panose="020B0606020202030204" pitchFamily="34" charset="0"/>
                      </a:endParaRPr>
                    </a:p>
                  </a:txBody>
                  <a:tcPr/>
                </a:tc>
                <a:extLst>
                  <a:ext uri="{0D108BD9-81ED-4DB2-BD59-A6C34878D82A}">
                    <a16:rowId xmlns:a16="http://schemas.microsoft.com/office/drawing/2014/main" val="3090731518"/>
                  </a:ext>
                </a:extLst>
              </a:tr>
            </a:tbl>
          </a:graphicData>
        </a:graphic>
      </p:graphicFrame>
      <p:sp>
        <p:nvSpPr>
          <p:cNvPr id="5" name="TextBox 4"/>
          <p:cNvSpPr txBox="1"/>
          <p:nvPr/>
        </p:nvSpPr>
        <p:spPr>
          <a:xfrm>
            <a:off x="352697" y="64109"/>
            <a:ext cx="11839302" cy="710066"/>
          </a:xfrm>
          <a:prstGeom prst="rect">
            <a:avLst/>
          </a:prstGeom>
          <a:noFill/>
        </p:spPr>
        <p:txBody>
          <a:bodyPr wrap="square" rtlCol="0">
            <a:spAutoFit/>
          </a:bodyPr>
          <a:lstStyle/>
          <a:p>
            <a:pPr>
              <a:lnSpc>
                <a:spcPct val="150000"/>
              </a:lnSpc>
            </a:pPr>
            <a:r>
              <a:rPr lang="en-US" sz="3000" b="1">
                <a:solidFill>
                  <a:schemeClr val="tx1">
                    <a:lumMod val="85000"/>
                    <a:lumOff val="15000"/>
                  </a:schemeClr>
                </a:solidFill>
                <a:latin typeface="Arial Black" charset="0"/>
                <a:ea typeface="Arial Black" charset="0"/>
                <a:cs typeface="Arial Black" charset="0"/>
              </a:rPr>
              <a:t>D. Interventions &amp; Action Plan (</a:t>
            </a:r>
            <a:r>
              <a:rPr lang="en-US" sz="3000" b="1">
                <a:solidFill>
                  <a:srgbClr val="0070C0"/>
                </a:solidFill>
                <a:latin typeface="Arial Black" charset="0"/>
                <a:ea typeface="Arial Black" charset="0"/>
                <a:cs typeface="Arial Black" charset="0"/>
              </a:rPr>
              <a:t>D</a:t>
            </a:r>
            <a:r>
              <a:rPr lang="en-US" sz="3000" b="1">
                <a:solidFill>
                  <a:schemeClr val="tx1">
                    <a:lumMod val="85000"/>
                    <a:lumOff val="15000"/>
                  </a:schemeClr>
                </a:solidFill>
                <a:latin typeface="Arial Black" charset="0"/>
                <a:ea typeface="Arial Black" charset="0"/>
                <a:cs typeface="Arial Black" charset="0"/>
              </a:rPr>
              <a:t>O)</a:t>
            </a:r>
            <a:endParaRPr lang="en-US" sz="1600">
              <a:solidFill>
                <a:schemeClr val="tx1">
                  <a:lumMod val="85000"/>
                  <a:lumOff val="15000"/>
                </a:schemeClr>
              </a:solidFill>
              <a:latin typeface="Arial" charset="0"/>
              <a:ea typeface="Arial" charset="0"/>
              <a:cs typeface="Arial" charset="0"/>
            </a:endParaRPr>
          </a:p>
        </p:txBody>
      </p:sp>
      <p:cxnSp>
        <p:nvCxnSpPr>
          <p:cNvPr id="6" name="Straight Connector 5">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6948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1+#ppt_w/2"/>
                                          </p:val>
                                        </p:tav>
                                        <p:tav tm="100000">
                                          <p:val>
                                            <p:strVal val="#ppt_x"/>
                                          </p:val>
                                        </p:tav>
                                      </p:tavLst>
                                    </p:anim>
                                    <p:anim calcmode="lin" valueType="num">
                                      <p:cBhvr additive="base">
                                        <p:cTn id="12"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848B727-B993-AF71-773C-3727D0DD34D5}"/>
              </a:ext>
            </a:extLst>
          </p:cNvPr>
          <p:cNvSpPr txBox="1"/>
          <p:nvPr/>
        </p:nvSpPr>
        <p:spPr>
          <a:xfrm>
            <a:off x="7123176" y="1373668"/>
            <a:ext cx="4752000" cy="267765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buSzPct val="50000"/>
            </a:pPr>
            <a:r>
              <a:rPr lang="en-US" sz="1400" b="1" u="sng" dirty="0">
                <a:latin typeface="Arial Narrow" panose="020B0606020202030204" pitchFamily="34" charset="0"/>
              </a:rPr>
              <a:t>Plan</a:t>
            </a:r>
          </a:p>
          <a:p>
            <a:pPr lvl="0">
              <a:buSzPct val="50000"/>
            </a:pPr>
            <a:r>
              <a:rPr lang="en-US" sz="1400" dirty="0">
                <a:latin typeface="Arial Narrow" panose="020B0606020202030204" pitchFamily="34" charset="0"/>
              </a:rPr>
              <a:t>Objective: To improve communication avenue between SN and PT</a:t>
            </a:r>
          </a:p>
          <a:p>
            <a:pPr lvl="0">
              <a:buSzPct val="50000"/>
            </a:pPr>
            <a:endParaRPr lang="en-US" sz="1400" dirty="0">
              <a:latin typeface="Arial Narrow" panose="020B0606020202030204" pitchFamily="34" charset="0"/>
            </a:endParaRPr>
          </a:p>
          <a:p>
            <a:pPr lvl="0">
              <a:buSzPct val="50000"/>
            </a:pPr>
            <a:r>
              <a:rPr lang="en-US" sz="1400" dirty="0">
                <a:latin typeface="Arial Narrow" panose="020B0606020202030204" pitchFamily="34" charset="0"/>
              </a:rPr>
              <a:t>Hypothesis: Improve communication between SN and PT. If text message is sent, PT will acknowledge within 10 - 30mins time.</a:t>
            </a: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r>
              <a:rPr lang="en-US" sz="1400" dirty="0">
                <a:latin typeface="Arial Narrow" panose="020B0606020202030204" pitchFamily="34" charset="0"/>
              </a:rPr>
              <a:t>What: Create a TEAMS chat for SN and PT </a:t>
            </a:r>
          </a:p>
          <a:p>
            <a:pPr>
              <a:buSzPct val="50000"/>
            </a:pPr>
            <a:r>
              <a:rPr lang="en-US" sz="1400" dirty="0">
                <a:latin typeface="Arial Narrow" panose="020B0606020202030204" pitchFamily="34" charset="0"/>
              </a:rPr>
              <a:t>Who: All ED SN and PT covering Geriatrics wards</a:t>
            </a:r>
          </a:p>
          <a:p>
            <a:pPr lvl="0">
              <a:buSzPct val="50000"/>
            </a:pPr>
            <a:r>
              <a:rPr lang="en-US" sz="1400" dirty="0">
                <a:latin typeface="Arial Narrow" panose="020B0606020202030204" pitchFamily="34" charset="0"/>
              </a:rPr>
              <a:t>Predicted outcomes: SN able to reach PT 100% of the time to inform PT about referral.</a:t>
            </a:r>
            <a:endParaRPr lang="en-US" sz="1400" u="sng" dirty="0">
              <a:latin typeface="Arial Narrow" panose="020B0606020202030204" pitchFamily="34" charset="0"/>
            </a:endParaRPr>
          </a:p>
          <a:p>
            <a:pPr>
              <a:buSzPct val="50000"/>
            </a:pPr>
            <a:endParaRPr lang="en-US" sz="1400" dirty="0">
              <a:latin typeface="Arial Narrow" panose="020B0606020202030204" pitchFamily="34" charset="0"/>
            </a:endParaRPr>
          </a:p>
        </p:txBody>
      </p:sp>
      <p:graphicFrame>
        <p:nvGraphicFramePr>
          <p:cNvPr id="8" name="Diagram 7">
            <a:extLst>
              <a:ext uri="{FF2B5EF4-FFF2-40B4-BE49-F238E27FC236}">
                <a16:creationId xmlns:a16="http://schemas.microsoft.com/office/drawing/2014/main" id="{53C5C7C2-70F3-B780-5422-174EB4D67028}"/>
              </a:ext>
            </a:extLst>
          </p:cNvPr>
          <p:cNvGraphicFramePr/>
          <p:nvPr>
            <p:extLst>
              <p:ext uri="{D42A27DB-BD31-4B8C-83A1-F6EECF244321}">
                <p14:modId xmlns:p14="http://schemas.microsoft.com/office/powerpoint/2010/main" val="1803250862"/>
              </p:ext>
            </p:extLst>
          </p:nvPr>
        </p:nvGraphicFramePr>
        <p:xfrm>
          <a:off x="4323701" y="3093080"/>
          <a:ext cx="3554984" cy="20692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a:extLst>
              <a:ext uri="{FF2B5EF4-FFF2-40B4-BE49-F238E27FC236}">
                <a16:creationId xmlns:a16="http://schemas.microsoft.com/office/drawing/2014/main" id="{DCA21559-0482-737C-6BC9-64C9E4D414DA}"/>
              </a:ext>
            </a:extLst>
          </p:cNvPr>
          <p:cNvSpPr txBox="1"/>
          <p:nvPr/>
        </p:nvSpPr>
        <p:spPr>
          <a:xfrm>
            <a:off x="7132320" y="4126442"/>
            <a:ext cx="4752000" cy="267840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buSzPct val="50000"/>
            </a:pPr>
            <a:r>
              <a:rPr lang="en-US" sz="1400" b="1" u="sng" dirty="0">
                <a:latin typeface="Arial Narrow" panose="020B0606020202030204" pitchFamily="34" charset="0"/>
              </a:rPr>
              <a:t>Do</a:t>
            </a:r>
          </a:p>
          <a:p>
            <a:pPr lvl="0">
              <a:buSzPct val="50000"/>
            </a:pPr>
            <a:endParaRPr lang="en-US" sz="1400" dirty="0">
              <a:latin typeface="Arial Narrow" panose="020B0606020202030204" pitchFamily="34" charset="0"/>
            </a:endParaRPr>
          </a:p>
          <a:p>
            <a:pPr lvl="0">
              <a:buSzPct val="50000"/>
            </a:pPr>
            <a:r>
              <a:rPr lang="en-US" sz="1400" dirty="0">
                <a:latin typeface="Arial Narrow" panose="020B0606020202030204" pitchFamily="34" charset="0"/>
              </a:rPr>
              <a:t>Teams chat created 25 August 2025</a:t>
            </a: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p:txBody>
      </p:sp>
      <p:sp>
        <p:nvSpPr>
          <p:cNvPr id="10" name="TextBox 9">
            <a:extLst>
              <a:ext uri="{FF2B5EF4-FFF2-40B4-BE49-F238E27FC236}">
                <a16:creationId xmlns:a16="http://schemas.microsoft.com/office/drawing/2014/main" id="{5A862724-D809-4AB7-EA73-BB0168ED2772}"/>
              </a:ext>
            </a:extLst>
          </p:cNvPr>
          <p:cNvSpPr txBox="1"/>
          <p:nvPr/>
        </p:nvSpPr>
        <p:spPr>
          <a:xfrm>
            <a:off x="226423" y="1362612"/>
            <a:ext cx="4751796" cy="267919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buSzPct val="50000"/>
            </a:pPr>
            <a:r>
              <a:rPr lang="en-US" sz="1400" b="1" u="sng" dirty="0">
                <a:latin typeface="Arial Narrow" panose="020B0606020202030204" pitchFamily="34" charset="0"/>
              </a:rPr>
              <a:t>Act</a:t>
            </a:r>
          </a:p>
          <a:p>
            <a:pPr>
              <a:buSzPct val="50000"/>
            </a:pPr>
            <a:r>
              <a:rPr lang="en-US" sz="1400" dirty="0">
                <a:latin typeface="Arial Narrow" panose="020B0606020202030204" pitchFamily="34" charset="0"/>
              </a:rPr>
              <a:t>Adopt and monitor</a:t>
            </a:r>
          </a:p>
          <a:p>
            <a:pPr lvl="0">
              <a:buSzPct val="50000"/>
            </a:pPr>
            <a:endParaRPr lang="en-US" sz="1400" b="1" u="sng"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p:txBody>
      </p:sp>
      <p:sp>
        <p:nvSpPr>
          <p:cNvPr id="12" name="TextBox 11">
            <a:extLst>
              <a:ext uri="{FF2B5EF4-FFF2-40B4-BE49-F238E27FC236}">
                <a16:creationId xmlns:a16="http://schemas.microsoft.com/office/drawing/2014/main" id="{795618AE-8779-0EA2-BEF8-77807954BD43}"/>
              </a:ext>
            </a:extLst>
          </p:cNvPr>
          <p:cNvSpPr txBox="1"/>
          <p:nvPr/>
        </p:nvSpPr>
        <p:spPr>
          <a:xfrm>
            <a:off x="215878" y="4125483"/>
            <a:ext cx="4751796" cy="2246769"/>
          </a:xfrm>
          <a:prstGeom prst="rect">
            <a:avLst/>
          </a:prstGeom>
        </p:spPr>
        <p:style>
          <a:lnRef idx="2">
            <a:schemeClr val="accent1"/>
          </a:lnRef>
          <a:fillRef idx="1">
            <a:schemeClr val="lt1"/>
          </a:fillRef>
          <a:effectRef idx="0">
            <a:schemeClr val="accent1"/>
          </a:effectRef>
          <a:fontRef idx="minor">
            <a:schemeClr val="dk1"/>
          </a:fontRef>
        </p:style>
        <p:txBody>
          <a:bodyPr wrap="square" lIns="91440" tIns="45720" rIns="91440" bIns="45720" anchor="t">
            <a:spAutoFit/>
          </a:bodyPr>
          <a:lstStyle/>
          <a:p>
            <a:pPr lvl="0">
              <a:buSzPct val="50000"/>
            </a:pPr>
            <a:r>
              <a:rPr lang="en-US" sz="1400" b="1" u="sng" dirty="0">
                <a:latin typeface="Arial Narrow" panose="020B0606020202030204" pitchFamily="34" charset="0"/>
              </a:rPr>
              <a:t>Study</a:t>
            </a:r>
          </a:p>
          <a:p>
            <a:pPr>
              <a:buSzPct val="50000"/>
            </a:pPr>
            <a:r>
              <a:rPr lang="en-US" sz="1400" dirty="0">
                <a:latin typeface="Arial Narrow" panose="020B0606020202030204" pitchFamily="34" charset="0"/>
              </a:rPr>
              <a:t>Actual outcome: SN able to reach PT 80% of the time.</a:t>
            </a:r>
          </a:p>
          <a:p>
            <a:pPr lvl="0">
              <a:buSzPct val="50000"/>
            </a:pPr>
            <a:endParaRPr lang="en-US" sz="1400" dirty="0">
              <a:latin typeface="Arial Narrow" panose="020B0606020202030204" pitchFamily="34" charset="0"/>
            </a:endParaRPr>
          </a:p>
          <a:p>
            <a:pPr lvl="0">
              <a:buSzPct val="50000"/>
            </a:pPr>
            <a:r>
              <a:rPr lang="en-US" sz="1400" b="1" u="sng" dirty="0">
                <a:latin typeface="Arial Narrow" panose="020B0606020202030204" pitchFamily="34" charset="0"/>
              </a:rPr>
              <a:t>What went well:</a:t>
            </a:r>
          </a:p>
          <a:p>
            <a:pPr marL="285750" lvl="0" indent="-285750">
              <a:buSzPct val="50000"/>
              <a:buFont typeface="Arial" panose="020B0604020202020204" pitchFamily="34" charset="0"/>
              <a:buChar char="•"/>
            </a:pPr>
            <a:r>
              <a:rPr lang="en-US" sz="1400" dirty="0">
                <a:latin typeface="Arial Narrow" panose="020B0606020202030204" pitchFamily="34" charset="0"/>
              </a:rPr>
              <a:t>During study period, there were 6 occasions where PT could not pick up phone. PT acknowledged referral for 5 occasions within 30mins.</a:t>
            </a:r>
          </a:p>
          <a:p>
            <a:pPr marL="285750" lvl="0" indent="-285750">
              <a:buSzPct val="50000"/>
              <a:buFont typeface="Arial" panose="020B0604020202020204" pitchFamily="34" charset="0"/>
              <a:buChar char="•"/>
            </a:pPr>
            <a:r>
              <a:rPr lang="en-US" sz="1400" dirty="0">
                <a:latin typeface="Arial Narrow"/>
              </a:rPr>
              <a:t>1 referral was acknowledged more than 30mins was because PT was conducting a long caregiver training session (40mins) in ward. </a:t>
            </a:r>
          </a:p>
        </p:txBody>
      </p:sp>
      <p:sp>
        <p:nvSpPr>
          <p:cNvPr id="5" name="TextBox 4"/>
          <p:cNvSpPr txBox="1"/>
          <p:nvPr/>
        </p:nvSpPr>
        <p:spPr>
          <a:xfrm>
            <a:off x="316824" y="89353"/>
            <a:ext cx="11067287" cy="754437"/>
          </a:xfrm>
          <a:prstGeom prst="rect">
            <a:avLst/>
          </a:prstGeom>
          <a:noFill/>
        </p:spPr>
        <p:txBody>
          <a:bodyPr wrap="square" rtlCol="0">
            <a:spAutoFit/>
          </a:bodyPr>
          <a:lstStyle/>
          <a:p>
            <a:pPr>
              <a:lnSpc>
                <a:spcPct val="150000"/>
              </a:lnSpc>
            </a:pPr>
            <a:r>
              <a:rPr lang="en-US" sz="3000" b="1" dirty="0">
                <a:latin typeface="Arial Black" panose="020B0A04020102020204" pitchFamily="34" charset="0"/>
                <a:ea typeface="Arial Black" charset="0"/>
                <a:cs typeface="Arial Black" charset="0"/>
              </a:rPr>
              <a:t>D. PDSA 1.0: </a:t>
            </a:r>
            <a:r>
              <a:rPr lang="en-SG" sz="3200" b="1" dirty="0">
                <a:latin typeface="Arial Black" panose="020B0A04020102020204" pitchFamily="34" charset="0"/>
              </a:rPr>
              <a:t>Communication inefficiencies</a:t>
            </a:r>
          </a:p>
        </p:txBody>
      </p:sp>
      <p:sp>
        <p:nvSpPr>
          <p:cNvPr id="3" name="TextBox 2">
            <a:extLst>
              <a:ext uri="{FF2B5EF4-FFF2-40B4-BE49-F238E27FC236}">
                <a16:creationId xmlns:a16="http://schemas.microsoft.com/office/drawing/2014/main" id="{574BF22F-1CC4-5A4C-3560-A8BBCA1707FF}"/>
              </a:ext>
            </a:extLst>
          </p:cNvPr>
          <p:cNvSpPr txBox="1"/>
          <p:nvPr/>
        </p:nvSpPr>
        <p:spPr>
          <a:xfrm>
            <a:off x="316824" y="807621"/>
            <a:ext cx="6094476" cy="464743"/>
          </a:xfrm>
          <a:prstGeom prst="rect">
            <a:avLst/>
          </a:prstGeom>
          <a:noFill/>
        </p:spPr>
        <p:txBody>
          <a:bodyPr wrap="square">
            <a:spAutoFit/>
          </a:bodyPr>
          <a:lstStyle/>
          <a:p>
            <a:pPr>
              <a:lnSpc>
                <a:spcPct val="150000"/>
              </a:lnSpc>
            </a:pPr>
            <a:r>
              <a:rPr lang="en-SG" sz="1800" b="1" dirty="0">
                <a:latin typeface="Arial Black" panose="020B0A04020102020204" pitchFamily="34" charset="0"/>
                <a:ea typeface="Arial Black" charset="0"/>
                <a:cs typeface="Arial Black" charset="0"/>
              </a:rPr>
              <a:t>Create a </a:t>
            </a:r>
            <a:r>
              <a:rPr lang="en-SG" b="1" dirty="0">
                <a:latin typeface="Arial Black" panose="020B0A04020102020204" pitchFamily="34" charset="0"/>
                <a:ea typeface="Arial Black" charset="0"/>
                <a:cs typeface="Arial Black" charset="0"/>
              </a:rPr>
              <a:t>T</a:t>
            </a:r>
            <a:r>
              <a:rPr lang="en-SG" sz="1800" b="1" dirty="0">
                <a:latin typeface="Arial Black" panose="020B0A04020102020204" pitchFamily="34" charset="0"/>
                <a:ea typeface="Arial Black" charset="0"/>
                <a:cs typeface="Arial Black" charset="0"/>
              </a:rPr>
              <a:t>eams chat for SN and PT</a:t>
            </a:r>
            <a:endParaRPr lang="en-US" sz="1800" b="1" dirty="0">
              <a:latin typeface="Arial Black" panose="020B0A04020102020204" pitchFamily="34" charset="0"/>
              <a:ea typeface="Arial Black" charset="0"/>
              <a:cs typeface="Arial Black" charset="0"/>
            </a:endParaRPr>
          </a:p>
        </p:txBody>
      </p:sp>
    </p:spTree>
    <p:extLst>
      <p:ext uri="{BB962C8B-B14F-4D97-AF65-F5344CB8AC3E}">
        <p14:creationId xmlns:p14="http://schemas.microsoft.com/office/powerpoint/2010/main" val="811072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1+#ppt_w/2"/>
                                          </p:val>
                                        </p:tav>
                                        <p:tav tm="100000">
                                          <p:val>
                                            <p:strVal val="#ppt_x"/>
                                          </p:val>
                                        </p:tav>
                                      </p:tavLst>
                                    </p:anim>
                                    <p:anim calcmode="lin" valueType="num">
                                      <p:cBhvr additive="base">
                                        <p:cTn id="12"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848B727-B993-AF71-773C-3727D0DD34D5}"/>
              </a:ext>
            </a:extLst>
          </p:cNvPr>
          <p:cNvSpPr txBox="1"/>
          <p:nvPr/>
        </p:nvSpPr>
        <p:spPr>
          <a:xfrm>
            <a:off x="7123176" y="1260544"/>
            <a:ext cx="4752000" cy="246221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buSzPct val="50000"/>
            </a:pPr>
            <a:r>
              <a:rPr lang="en-US" sz="1400" b="1" u="sng" dirty="0">
                <a:latin typeface="Arial Narrow" panose="020B0606020202030204" pitchFamily="34" charset="0"/>
              </a:rPr>
              <a:t>Plan</a:t>
            </a:r>
          </a:p>
          <a:p>
            <a:pPr>
              <a:buSzPct val="50000"/>
            </a:pPr>
            <a:r>
              <a:rPr lang="en-US" sz="1400" dirty="0">
                <a:latin typeface="Arial Narrow" panose="020B0606020202030204" pitchFamily="34" charset="0"/>
              </a:rPr>
              <a:t>Objective: </a:t>
            </a:r>
            <a:r>
              <a:rPr lang="en-SG" sz="1400" dirty="0">
                <a:solidFill>
                  <a:schemeClr val="tx1"/>
                </a:solidFill>
                <a:latin typeface="Arial Narrow" panose="020B0606020202030204" pitchFamily="34" charset="0"/>
                <a:ea typeface="Arial" charset="0"/>
                <a:cs typeface="Arial" charset="0"/>
              </a:rPr>
              <a:t>SN and PT have consensus on screening criteria</a:t>
            </a:r>
            <a:endParaRPr lang="en-US" sz="1400" dirty="0">
              <a:solidFill>
                <a:schemeClr val="tx1"/>
              </a:solidFill>
              <a:latin typeface="Arial Narrow" panose="020B0606020202030204" pitchFamily="34" charset="0"/>
              <a:ea typeface="Arial" charset="0"/>
              <a:cs typeface="Arial"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a:buSzPct val="50000"/>
            </a:pPr>
            <a:r>
              <a:rPr lang="en-US" sz="1400" dirty="0">
                <a:latin typeface="Arial Narrow" panose="020B0606020202030204" pitchFamily="34" charset="0"/>
              </a:rPr>
              <a:t>Hypothesis: Having a common criteria minimize calls to PT</a:t>
            </a:r>
            <a:endParaRPr lang="en-US" sz="1400" strike="sngStrike"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r>
              <a:rPr lang="en-US" sz="1400" dirty="0">
                <a:latin typeface="Arial Narrow" panose="020B0606020202030204" pitchFamily="34" charset="0"/>
              </a:rPr>
              <a:t>Plan:</a:t>
            </a:r>
          </a:p>
          <a:p>
            <a:pPr lvl="0">
              <a:buSzPct val="50000"/>
            </a:pPr>
            <a:r>
              <a:rPr lang="en-US" sz="1400" dirty="0">
                <a:latin typeface="Arial Narrow" panose="020B0606020202030204" pitchFamily="34" charset="0"/>
              </a:rPr>
              <a:t>What: Common criteria</a:t>
            </a:r>
          </a:p>
          <a:p>
            <a:pPr>
              <a:buSzPct val="50000"/>
            </a:pPr>
            <a:r>
              <a:rPr lang="en-US" sz="1400" dirty="0">
                <a:latin typeface="Arial Narrow" panose="020B0606020202030204" pitchFamily="34" charset="0"/>
              </a:rPr>
              <a:t>Who: ED SN and PT covering Geriatrics ward</a:t>
            </a:r>
          </a:p>
          <a:p>
            <a:pPr lvl="0">
              <a:buSzPct val="50000"/>
            </a:pPr>
            <a:endParaRPr lang="en-US" sz="1400" dirty="0">
              <a:latin typeface="Arial Narrow" panose="020B0606020202030204" pitchFamily="34" charset="0"/>
            </a:endParaRPr>
          </a:p>
          <a:p>
            <a:pPr lvl="0">
              <a:buSzPct val="50000"/>
            </a:pPr>
            <a:r>
              <a:rPr lang="en-US" sz="1400" dirty="0">
                <a:latin typeface="Arial Narrow" panose="020B0606020202030204" pitchFamily="34" charset="0"/>
              </a:rPr>
              <a:t>Predicted outcomes: Reduce number of phone call to 1 per patient </a:t>
            </a:r>
            <a:r>
              <a:rPr lang="en-US" sz="1400" u="sng" dirty="0">
                <a:latin typeface="Arial Narrow" panose="020B0606020202030204" pitchFamily="34" charset="0"/>
              </a:rPr>
              <a:t> </a:t>
            </a:r>
          </a:p>
        </p:txBody>
      </p:sp>
      <p:graphicFrame>
        <p:nvGraphicFramePr>
          <p:cNvPr id="8" name="Diagram 7">
            <a:extLst>
              <a:ext uri="{FF2B5EF4-FFF2-40B4-BE49-F238E27FC236}">
                <a16:creationId xmlns:a16="http://schemas.microsoft.com/office/drawing/2014/main" id="{53C5C7C2-70F3-B780-5422-174EB4D67028}"/>
              </a:ext>
            </a:extLst>
          </p:cNvPr>
          <p:cNvGraphicFramePr/>
          <p:nvPr>
            <p:extLst>
              <p:ext uri="{D42A27DB-BD31-4B8C-83A1-F6EECF244321}">
                <p14:modId xmlns:p14="http://schemas.microsoft.com/office/powerpoint/2010/main" val="3464567627"/>
              </p:ext>
            </p:extLst>
          </p:nvPr>
        </p:nvGraphicFramePr>
        <p:xfrm>
          <a:off x="4279062" y="3187349"/>
          <a:ext cx="3554984" cy="20692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a:extLst>
              <a:ext uri="{FF2B5EF4-FFF2-40B4-BE49-F238E27FC236}">
                <a16:creationId xmlns:a16="http://schemas.microsoft.com/office/drawing/2014/main" id="{DCA21559-0482-737C-6BC9-64C9E4D414DA}"/>
              </a:ext>
            </a:extLst>
          </p:cNvPr>
          <p:cNvSpPr txBox="1"/>
          <p:nvPr/>
        </p:nvSpPr>
        <p:spPr>
          <a:xfrm>
            <a:off x="7132320" y="3919051"/>
            <a:ext cx="4752000" cy="288950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buSzPct val="50000"/>
            </a:pPr>
            <a:r>
              <a:rPr lang="en-US" sz="1400" b="1" u="sng" dirty="0">
                <a:latin typeface="Arial Narrow" panose="020B0606020202030204" pitchFamily="34" charset="0"/>
              </a:rPr>
              <a:t>Do</a:t>
            </a:r>
          </a:p>
          <a:p>
            <a:pPr lvl="0">
              <a:buSzPct val="50000"/>
            </a:pPr>
            <a:endParaRPr lang="en-US" sz="1400" dirty="0">
              <a:latin typeface="Arial Narrow" panose="020B0606020202030204" pitchFamily="34" charset="0"/>
            </a:endParaRPr>
          </a:p>
          <a:p>
            <a:pPr lvl="0">
              <a:buSzPct val="50000"/>
            </a:pPr>
            <a:r>
              <a:rPr lang="en-US" sz="1400" dirty="0">
                <a:latin typeface="Arial Narrow" panose="020B0606020202030204" pitchFamily="34" charset="0"/>
              </a:rPr>
              <a:t>Common Screening criteria confirmed on 25 August 2025 and disseminated to existing ED SN on 1 September 2025 </a:t>
            </a: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p:txBody>
      </p:sp>
      <p:sp>
        <p:nvSpPr>
          <p:cNvPr id="10" name="TextBox 9">
            <a:extLst>
              <a:ext uri="{FF2B5EF4-FFF2-40B4-BE49-F238E27FC236}">
                <a16:creationId xmlns:a16="http://schemas.microsoft.com/office/drawing/2014/main" id="{5A862724-D809-4AB7-EA73-BB0168ED2772}"/>
              </a:ext>
            </a:extLst>
          </p:cNvPr>
          <p:cNvSpPr txBox="1"/>
          <p:nvPr/>
        </p:nvSpPr>
        <p:spPr>
          <a:xfrm>
            <a:off x="226423" y="1277769"/>
            <a:ext cx="4751796" cy="245973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buSzPct val="50000"/>
            </a:pPr>
            <a:r>
              <a:rPr lang="en-US" sz="1400" b="1" u="sng" dirty="0">
                <a:latin typeface="Arial Narrow" panose="020B0606020202030204" pitchFamily="34" charset="0"/>
              </a:rPr>
              <a:t>Act</a:t>
            </a:r>
          </a:p>
          <a:p>
            <a:pPr marL="285750" lvl="0" indent="-285750">
              <a:buSzPct val="50000"/>
              <a:buFont typeface="Arial" panose="020B0604020202020204" pitchFamily="34" charset="0"/>
              <a:buChar char="•"/>
            </a:pPr>
            <a:r>
              <a:rPr lang="en-US" sz="1400" dirty="0">
                <a:latin typeface="Arial Narrow" panose="020B0606020202030204" pitchFamily="34" charset="0"/>
              </a:rPr>
              <a:t>Adding weightbearing status into criteria</a:t>
            </a:r>
          </a:p>
          <a:p>
            <a:pPr marL="285750" lvl="0" indent="-285750">
              <a:buSzPct val="50000"/>
              <a:buFont typeface="Arial" panose="020B0604020202020204" pitchFamily="34" charset="0"/>
              <a:buChar char="•"/>
            </a:pPr>
            <a:r>
              <a:rPr lang="en-US" sz="1400" dirty="0">
                <a:latin typeface="Arial Narrow" panose="020B0606020202030204" pitchFamily="34" charset="0"/>
              </a:rPr>
              <a:t>Start cycle 2.1</a:t>
            </a:r>
          </a:p>
          <a:p>
            <a:pPr lvl="0">
              <a:buSzPct val="50000"/>
            </a:pPr>
            <a:endParaRPr lang="en-US" sz="1400" b="1" u="sng"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p:txBody>
      </p:sp>
      <p:sp>
        <p:nvSpPr>
          <p:cNvPr id="12" name="TextBox 11">
            <a:extLst>
              <a:ext uri="{FF2B5EF4-FFF2-40B4-BE49-F238E27FC236}">
                <a16:creationId xmlns:a16="http://schemas.microsoft.com/office/drawing/2014/main" id="{795618AE-8779-0EA2-BEF8-77807954BD43}"/>
              </a:ext>
            </a:extLst>
          </p:cNvPr>
          <p:cNvSpPr txBox="1"/>
          <p:nvPr/>
        </p:nvSpPr>
        <p:spPr>
          <a:xfrm>
            <a:off x="215878" y="3898963"/>
            <a:ext cx="4751796" cy="289310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buSzPct val="50000"/>
            </a:pPr>
            <a:r>
              <a:rPr lang="en-US" sz="1400" b="1" u="sng" dirty="0">
                <a:latin typeface="Arial Narrow" panose="020B0606020202030204" pitchFamily="34" charset="0"/>
              </a:rPr>
              <a:t>Study</a:t>
            </a:r>
          </a:p>
          <a:p>
            <a:pPr>
              <a:buSzPct val="50000"/>
            </a:pPr>
            <a:r>
              <a:rPr lang="en-US" sz="1400" dirty="0">
                <a:latin typeface="Arial Narrow" panose="020B0606020202030204" pitchFamily="34" charset="0"/>
              </a:rPr>
              <a:t>Actual outcome: 63% of patients require 1 phone call</a:t>
            </a:r>
          </a:p>
          <a:p>
            <a:pPr lvl="0">
              <a:buSzPct val="50000"/>
            </a:pPr>
            <a:endParaRPr lang="en-US" sz="1400" dirty="0">
              <a:latin typeface="Arial Narrow" panose="020B0606020202030204" pitchFamily="34" charset="0"/>
            </a:endParaRPr>
          </a:p>
          <a:p>
            <a:pPr lvl="0">
              <a:buSzPct val="50000"/>
            </a:pPr>
            <a:r>
              <a:rPr lang="en-US" sz="1400" b="1" u="sng" dirty="0">
                <a:latin typeface="Arial Narrow" panose="020B0606020202030204" pitchFamily="34" charset="0"/>
              </a:rPr>
              <a:t>What went well:</a:t>
            </a:r>
            <a:endParaRPr lang="en-GB" sz="1400" dirty="0">
              <a:latin typeface="Arial Narrow" panose="020B0606020202030204" pitchFamily="34" charset="0"/>
            </a:endParaRPr>
          </a:p>
          <a:p>
            <a:pPr marL="285750" lvl="0" indent="-285750">
              <a:buSzPct val="50000"/>
              <a:buFont typeface="Arial" panose="020B0604020202020204" pitchFamily="34" charset="0"/>
              <a:buChar char="•"/>
            </a:pPr>
            <a:r>
              <a:rPr lang="en-GB" sz="1400" dirty="0">
                <a:latin typeface="Arial Narrow" panose="020B0606020202030204" pitchFamily="34" charset="0"/>
              </a:rPr>
              <a:t>Out of 24 pts, 15 patient require 1 call, 9 patients require 2 call</a:t>
            </a:r>
          </a:p>
          <a:p>
            <a:pPr marL="285750" lvl="0" indent="-285750">
              <a:buSzPct val="50000"/>
              <a:buFont typeface="Arial" panose="020B0604020202020204" pitchFamily="34" charset="0"/>
              <a:buChar char="•"/>
            </a:pPr>
            <a:r>
              <a:rPr lang="en-GB" sz="1400" dirty="0">
                <a:latin typeface="Arial Narrow" panose="020B0606020202030204" pitchFamily="34" charset="0"/>
              </a:rPr>
              <a:t>Reason for having 2</a:t>
            </a:r>
            <a:r>
              <a:rPr lang="en-GB" sz="1400" baseline="30000" dirty="0">
                <a:latin typeface="Arial Narrow" panose="020B0606020202030204" pitchFamily="34" charset="0"/>
              </a:rPr>
              <a:t>nd</a:t>
            </a:r>
            <a:r>
              <a:rPr lang="en-GB" sz="1400" dirty="0">
                <a:latin typeface="Arial Narrow" panose="020B0606020202030204" pitchFamily="34" charset="0"/>
              </a:rPr>
              <a:t> call: </a:t>
            </a:r>
          </a:p>
          <a:p>
            <a:pPr marL="742950" lvl="1" indent="-285750">
              <a:buSzPct val="50000"/>
              <a:buFont typeface="Arial" panose="020B0604020202020204" pitchFamily="34" charset="0"/>
              <a:buChar char="•"/>
            </a:pPr>
            <a:r>
              <a:rPr lang="en-GB" sz="1400" dirty="0">
                <a:latin typeface="Arial Narrow" panose="020B0606020202030204" pitchFamily="34" charset="0"/>
              </a:rPr>
              <a:t>Screening criteria (Did not clarify if there is carer available) </a:t>
            </a:r>
          </a:p>
          <a:p>
            <a:pPr marL="742950" lvl="1" indent="-285750">
              <a:buSzPct val="50000"/>
              <a:buFont typeface="Arial" panose="020B0604020202020204" pitchFamily="34" charset="0"/>
              <a:buChar char="•"/>
            </a:pPr>
            <a:r>
              <a:rPr lang="en-GB" sz="1400" dirty="0">
                <a:latin typeface="Arial Narrow" panose="020B0606020202030204" pitchFamily="34" charset="0"/>
              </a:rPr>
              <a:t>To clarify weightbearing status</a:t>
            </a:r>
          </a:p>
          <a:p>
            <a:pPr marL="742950" lvl="1" indent="-285750">
              <a:buSzPct val="50000"/>
              <a:buFont typeface="Arial" panose="020B0604020202020204" pitchFamily="34" charset="0"/>
              <a:buChar char="•"/>
            </a:pPr>
            <a:endParaRPr lang="en-GB" sz="1400" dirty="0">
              <a:latin typeface="Arial Narrow" panose="020B0606020202030204" pitchFamily="34" charset="0"/>
            </a:endParaRPr>
          </a:p>
          <a:p>
            <a:pPr lvl="0">
              <a:buSzPct val="50000"/>
            </a:pPr>
            <a:r>
              <a:rPr lang="en-US" sz="1400" b="1" u="sng" dirty="0">
                <a:latin typeface="Arial Narrow" panose="020B0606020202030204" pitchFamily="34" charset="0"/>
              </a:rPr>
              <a:t>What can be improved on:</a:t>
            </a:r>
          </a:p>
          <a:p>
            <a:pPr marL="285750" indent="-285750">
              <a:buSzPct val="50000"/>
              <a:buFont typeface="Arial" panose="020B0604020202020204" pitchFamily="34" charset="0"/>
              <a:buChar char="•"/>
            </a:pPr>
            <a:r>
              <a:rPr lang="en-GB" sz="1400" dirty="0">
                <a:latin typeface="Arial Narrow" panose="020B0606020202030204" pitchFamily="34" charset="0"/>
              </a:rPr>
              <a:t>Reinforcement of screening criteria by APN </a:t>
            </a:r>
            <a:r>
              <a:rPr lang="en-GB" sz="1400" dirty="0" err="1">
                <a:latin typeface="Arial Narrow" panose="020B0606020202030204" pitchFamily="34" charset="0"/>
              </a:rPr>
              <a:t>Hongjuan</a:t>
            </a:r>
            <a:r>
              <a:rPr lang="en-GB" sz="1400" dirty="0">
                <a:latin typeface="Arial Narrow" panose="020B0606020202030204" pitchFamily="34" charset="0"/>
              </a:rPr>
              <a:t> to ED SN</a:t>
            </a:r>
          </a:p>
          <a:p>
            <a:pPr marL="285750" indent="-285750">
              <a:buSzPct val="50000"/>
              <a:buFont typeface="Arial" panose="020B0604020202020204" pitchFamily="34" charset="0"/>
              <a:buChar char="•"/>
            </a:pPr>
            <a:r>
              <a:rPr lang="en-GB" sz="1400" dirty="0">
                <a:latin typeface="Arial Narrow" panose="020B0606020202030204" pitchFamily="34" charset="0"/>
              </a:rPr>
              <a:t>After </a:t>
            </a:r>
            <a:r>
              <a:rPr lang="en-SG" sz="1400" dirty="0">
                <a:latin typeface="Arial Narrow" panose="020B0606020202030204" pitchFamily="34" charset="0"/>
              </a:rPr>
              <a:t>reinforcement, most</a:t>
            </a:r>
            <a:r>
              <a:rPr lang="en-US" sz="1400" dirty="0">
                <a:latin typeface="Arial Narrow"/>
              </a:rPr>
              <a:t> 2</a:t>
            </a:r>
            <a:r>
              <a:rPr lang="en-US" sz="1400" baseline="30000" dirty="0">
                <a:latin typeface="Arial Narrow"/>
              </a:rPr>
              <a:t>nd</a:t>
            </a:r>
            <a:r>
              <a:rPr lang="en-US" sz="1400" dirty="0">
                <a:latin typeface="Arial Narrow"/>
              </a:rPr>
              <a:t> phone call was due to clarification of  weightbearing status for patients with fractures</a:t>
            </a:r>
            <a:endParaRPr lang="en-US" sz="1400" dirty="0">
              <a:latin typeface="Arial Narrow" panose="020B0606020202030204" pitchFamily="34" charset="0"/>
            </a:endParaRPr>
          </a:p>
        </p:txBody>
      </p:sp>
      <p:sp>
        <p:nvSpPr>
          <p:cNvPr id="5" name="TextBox 4"/>
          <p:cNvSpPr txBox="1"/>
          <p:nvPr/>
        </p:nvSpPr>
        <p:spPr>
          <a:xfrm>
            <a:off x="316824" y="89353"/>
            <a:ext cx="11067287" cy="967829"/>
          </a:xfrm>
          <a:prstGeom prst="rect">
            <a:avLst/>
          </a:prstGeom>
          <a:noFill/>
        </p:spPr>
        <p:txBody>
          <a:bodyPr wrap="square" rtlCol="0">
            <a:spAutoFit/>
          </a:bodyPr>
          <a:lstStyle/>
          <a:p>
            <a:pPr>
              <a:lnSpc>
                <a:spcPct val="150000"/>
              </a:lnSpc>
            </a:pPr>
            <a:r>
              <a:rPr lang="en-US" sz="2000" b="1" dirty="0">
                <a:latin typeface="Arial Black" panose="020B0A04020102020204" pitchFamily="34" charset="0"/>
                <a:ea typeface="Arial Black" charset="0"/>
                <a:cs typeface="Arial Black" charset="0"/>
              </a:rPr>
              <a:t>D. PDSA 2.0: </a:t>
            </a:r>
            <a:r>
              <a:rPr lang="en-SG" sz="2000" b="1" dirty="0">
                <a:latin typeface="Arial Black" panose="020B0A04020102020204" pitchFamily="34" charset="0"/>
                <a:ea typeface="Arial" charset="0"/>
                <a:cs typeface="Arial" charset="0"/>
              </a:rPr>
              <a:t>Lack of consensus between SN and PT on screening criteria</a:t>
            </a:r>
          </a:p>
          <a:p>
            <a:pPr>
              <a:lnSpc>
                <a:spcPct val="150000"/>
              </a:lnSpc>
            </a:pPr>
            <a:endParaRPr lang="en-SG" sz="2000" b="1" dirty="0">
              <a:latin typeface="Arial Black" panose="020B0A04020102020204" pitchFamily="34" charset="0"/>
            </a:endParaRPr>
          </a:p>
        </p:txBody>
      </p:sp>
      <p:sp>
        <p:nvSpPr>
          <p:cNvPr id="3" name="TextBox 2">
            <a:extLst>
              <a:ext uri="{FF2B5EF4-FFF2-40B4-BE49-F238E27FC236}">
                <a16:creationId xmlns:a16="http://schemas.microsoft.com/office/drawing/2014/main" id="{574BF22F-1CC4-5A4C-3560-A8BBCA1707FF}"/>
              </a:ext>
            </a:extLst>
          </p:cNvPr>
          <p:cNvSpPr txBox="1"/>
          <p:nvPr/>
        </p:nvSpPr>
        <p:spPr>
          <a:xfrm>
            <a:off x="316824" y="807621"/>
            <a:ext cx="6094476" cy="464743"/>
          </a:xfrm>
          <a:prstGeom prst="rect">
            <a:avLst/>
          </a:prstGeom>
          <a:noFill/>
        </p:spPr>
        <p:txBody>
          <a:bodyPr wrap="square">
            <a:spAutoFit/>
          </a:bodyPr>
          <a:lstStyle/>
          <a:p>
            <a:pPr>
              <a:lnSpc>
                <a:spcPct val="150000"/>
              </a:lnSpc>
            </a:pPr>
            <a:r>
              <a:rPr lang="en-SG" sz="1800" b="1" dirty="0">
                <a:latin typeface="Arial Black" panose="020B0A04020102020204" pitchFamily="34" charset="0"/>
                <a:ea typeface="Arial Black" charset="0"/>
                <a:cs typeface="Arial Black" charset="0"/>
              </a:rPr>
              <a:t>Common Criteria</a:t>
            </a:r>
            <a:endParaRPr lang="en-US" sz="1800" b="1" dirty="0">
              <a:latin typeface="Arial Black" panose="020B0A04020102020204" pitchFamily="34" charset="0"/>
              <a:ea typeface="Arial Black" charset="0"/>
              <a:cs typeface="Arial Black" charset="0"/>
            </a:endParaRPr>
          </a:p>
        </p:txBody>
      </p:sp>
    </p:spTree>
    <p:extLst>
      <p:ext uri="{BB962C8B-B14F-4D97-AF65-F5344CB8AC3E}">
        <p14:creationId xmlns:p14="http://schemas.microsoft.com/office/powerpoint/2010/main" val="4028451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1+#ppt_w/2"/>
                                          </p:val>
                                        </p:tav>
                                        <p:tav tm="100000">
                                          <p:val>
                                            <p:strVal val="#ppt_x"/>
                                          </p:val>
                                        </p:tav>
                                      </p:tavLst>
                                    </p:anim>
                                    <p:anim calcmode="lin" valueType="num">
                                      <p:cBhvr additive="base">
                                        <p:cTn id="12"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F3E44-01B9-5E16-FC20-90668AF8C0AA}"/>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5BB7B0D-3343-5C56-3793-BEFA54189C39}"/>
              </a:ex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9A75C85-216A-AB09-43F3-560AF028DAB8}"/>
              </a:ext>
            </a:extLst>
          </p:cNvPr>
          <p:cNvSpPr txBox="1"/>
          <p:nvPr/>
        </p:nvSpPr>
        <p:spPr>
          <a:xfrm>
            <a:off x="7123176" y="1373668"/>
            <a:ext cx="4752000" cy="246221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buSzPct val="50000"/>
            </a:pPr>
            <a:r>
              <a:rPr lang="en-US" sz="1400" b="1" u="sng" dirty="0">
                <a:latin typeface="Arial Narrow" panose="020B0606020202030204" pitchFamily="34" charset="0"/>
              </a:rPr>
              <a:t>Plan</a:t>
            </a:r>
          </a:p>
          <a:p>
            <a:pPr>
              <a:buSzPct val="50000"/>
            </a:pPr>
            <a:r>
              <a:rPr lang="en-US" sz="1400" dirty="0">
                <a:latin typeface="Arial Narrow" panose="020B0606020202030204" pitchFamily="34" charset="0"/>
              </a:rPr>
              <a:t>Objective: </a:t>
            </a:r>
            <a:r>
              <a:rPr lang="en-SG" sz="1400" dirty="0">
                <a:solidFill>
                  <a:schemeClr val="tx1"/>
                </a:solidFill>
                <a:latin typeface="Arial Narrow" panose="020B0606020202030204" pitchFamily="34" charset="0"/>
                <a:ea typeface="Arial" charset="0"/>
                <a:cs typeface="Arial" charset="0"/>
              </a:rPr>
              <a:t>SN and PT have consensus on screening criteria</a:t>
            </a:r>
            <a:endParaRPr lang="en-US" sz="1400" dirty="0">
              <a:solidFill>
                <a:schemeClr val="tx1"/>
              </a:solidFill>
              <a:latin typeface="Arial Narrow" panose="020B0606020202030204" pitchFamily="34" charset="0"/>
              <a:ea typeface="Arial" charset="0"/>
              <a:cs typeface="Arial"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a:buSzPct val="50000"/>
            </a:pPr>
            <a:r>
              <a:rPr lang="en-US" sz="1400" dirty="0">
                <a:latin typeface="Arial Narrow" panose="020B0606020202030204" pitchFamily="34" charset="0"/>
              </a:rPr>
              <a:t>Hypothesis: Having a common criteria minimize calls to PT</a:t>
            </a:r>
            <a:endParaRPr lang="en-US" sz="1400" strike="sngStrike"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r>
              <a:rPr lang="en-US" sz="1400" dirty="0">
                <a:latin typeface="Arial Narrow" panose="020B0606020202030204" pitchFamily="34" charset="0"/>
              </a:rPr>
              <a:t>Plan:</a:t>
            </a:r>
          </a:p>
          <a:p>
            <a:pPr lvl="0">
              <a:buSzPct val="50000"/>
            </a:pPr>
            <a:r>
              <a:rPr lang="en-US" sz="1400" dirty="0">
                <a:latin typeface="Arial Narrow" panose="020B0606020202030204" pitchFamily="34" charset="0"/>
              </a:rPr>
              <a:t>What: Common criteria + weight bearing status</a:t>
            </a:r>
          </a:p>
          <a:p>
            <a:pPr>
              <a:buSzPct val="50000"/>
            </a:pPr>
            <a:r>
              <a:rPr lang="en-US" sz="1400" dirty="0">
                <a:latin typeface="Arial Narrow" panose="020B0606020202030204" pitchFamily="34" charset="0"/>
              </a:rPr>
              <a:t>Who: ED SN and PT covering Geriatrics ward</a:t>
            </a:r>
          </a:p>
          <a:p>
            <a:pPr lvl="0">
              <a:buSzPct val="50000"/>
            </a:pPr>
            <a:endParaRPr lang="en-US" sz="1400" dirty="0">
              <a:latin typeface="Arial Narrow" panose="020B0606020202030204" pitchFamily="34" charset="0"/>
            </a:endParaRPr>
          </a:p>
          <a:p>
            <a:pPr lvl="0">
              <a:buSzPct val="50000"/>
            </a:pPr>
            <a:r>
              <a:rPr lang="en-US" sz="1400" dirty="0">
                <a:latin typeface="Arial Narrow" panose="020B0606020202030204" pitchFamily="34" charset="0"/>
              </a:rPr>
              <a:t>Predicted outcomes: Reduce number of phone call to 1 per patient </a:t>
            </a:r>
            <a:r>
              <a:rPr lang="en-US" sz="1400" u="sng" dirty="0">
                <a:latin typeface="Arial Narrow" panose="020B0606020202030204" pitchFamily="34" charset="0"/>
              </a:rPr>
              <a:t> </a:t>
            </a:r>
          </a:p>
        </p:txBody>
      </p:sp>
      <p:graphicFrame>
        <p:nvGraphicFramePr>
          <p:cNvPr id="8" name="Diagram 7">
            <a:extLst>
              <a:ext uri="{FF2B5EF4-FFF2-40B4-BE49-F238E27FC236}">
                <a16:creationId xmlns:a16="http://schemas.microsoft.com/office/drawing/2014/main" id="{930037EC-5116-0592-A322-C1A6DB8ADF90}"/>
              </a:ext>
            </a:extLst>
          </p:cNvPr>
          <p:cNvGraphicFramePr/>
          <p:nvPr>
            <p:extLst>
              <p:ext uri="{D42A27DB-BD31-4B8C-83A1-F6EECF244321}">
                <p14:modId xmlns:p14="http://schemas.microsoft.com/office/powerpoint/2010/main" val="2823804957"/>
              </p:ext>
            </p:extLst>
          </p:nvPr>
        </p:nvGraphicFramePr>
        <p:xfrm>
          <a:off x="4347791" y="3187349"/>
          <a:ext cx="3554984" cy="20692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a:extLst>
              <a:ext uri="{FF2B5EF4-FFF2-40B4-BE49-F238E27FC236}">
                <a16:creationId xmlns:a16="http://schemas.microsoft.com/office/drawing/2014/main" id="{ECB611DB-CC18-DAC0-02DB-9914FEC107CB}"/>
              </a:ext>
            </a:extLst>
          </p:cNvPr>
          <p:cNvSpPr txBox="1"/>
          <p:nvPr/>
        </p:nvSpPr>
        <p:spPr>
          <a:xfrm>
            <a:off x="7132320" y="4299162"/>
            <a:ext cx="4752000" cy="245973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buSzPct val="50000"/>
            </a:pPr>
            <a:r>
              <a:rPr lang="en-US" sz="1400" b="1" u="sng" dirty="0">
                <a:latin typeface="Arial Narrow" panose="020B0606020202030204" pitchFamily="34" charset="0"/>
              </a:rPr>
              <a:t>Do</a:t>
            </a:r>
          </a:p>
          <a:p>
            <a:pPr lvl="0">
              <a:buSzPct val="50000"/>
            </a:pPr>
            <a:endParaRPr lang="en-US" sz="1400" dirty="0">
              <a:latin typeface="Arial Narrow" panose="020B0606020202030204" pitchFamily="34" charset="0"/>
            </a:endParaRPr>
          </a:p>
          <a:p>
            <a:pPr lvl="0">
              <a:buSzPct val="50000"/>
            </a:pPr>
            <a:r>
              <a:rPr lang="en-US" sz="1400" dirty="0">
                <a:latin typeface="Arial Narrow" panose="020B0606020202030204" pitchFamily="34" charset="0"/>
              </a:rPr>
              <a:t>Inclusion of weightbearing status to screening criteria Oct 2025 </a:t>
            </a: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p:txBody>
      </p:sp>
      <p:sp>
        <p:nvSpPr>
          <p:cNvPr id="12" name="TextBox 11">
            <a:extLst>
              <a:ext uri="{FF2B5EF4-FFF2-40B4-BE49-F238E27FC236}">
                <a16:creationId xmlns:a16="http://schemas.microsoft.com/office/drawing/2014/main" id="{45538E88-A2DE-D296-EB0B-38A34CBB7C24}"/>
              </a:ext>
            </a:extLst>
          </p:cNvPr>
          <p:cNvSpPr txBox="1"/>
          <p:nvPr/>
        </p:nvSpPr>
        <p:spPr>
          <a:xfrm>
            <a:off x="215878" y="4293278"/>
            <a:ext cx="4751796" cy="245973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buSzPct val="50000"/>
            </a:pPr>
            <a:r>
              <a:rPr lang="en-US" sz="1400" b="1" u="sng" dirty="0">
                <a:latin typeface="Arial Narrow" panose="020B0606020202030204" pitchFamily="34" charset="0"/>
              </a:rPr>
              <a:t>Study</a:t>
            </a:r>
          </a:p>
          <a:p>
            <a:pPr>
              <a:buSzPct val="50000"/>
            </a:pPr>
            <a:r>
              <a:rPr lang="en-US" sz="1400" dirty="0">
                <a:latin typeface="Arial Narrow" panose="020B0606020202030204" pitchFamily="34" charset="0"/>
              </a:rPr>
              <a:t>Actual outcome: 100% of patients require 1 phone call</a:t>
            </a:r>
          </a:p>
          <a:p>
            <a:pPr lvl="0">
              <a:buSzPct val="50000"/>
            </a:pPr>
            <a:endParaRPr lang="en-US" sz="1400" dirty="0">
              <a:latin typeface="Arial Narrow" panose="020B0606020202030204" pitchFamily="34" charset="0"/>
            </a:endParaRPr>
          </a:p>
          <a:p>
            <a:pPr lvl="0">
              <a:buSzPct val="50000"/>
            </a:pPr>
            <a:r>
              <a:rPr lang="en-US" sz="1400" b="1" u="sng" dirty="0">
                <a:latin typeface="Arial Narrow" panose="020B0606020202030204" pitchFamily="34" charset="0"/>
              </a:rPr>
              <a:t>What went well:</a:t>
            </a:r>
            <a:endParaRPr lang="en-GB" sz="1400" dirty="0">
              <a:latin typeface="Arial Narrow" panose="020B0606020202030204" pitchFamily="34" charset="0"/>
            </a:endParaRPr>
          </a:p>
          <a:p>
            <a:pPr marL="285750" lvl="0" indent="-285750">
              <a:buSzPct val="50000"/>
              <a:buFont typeface="Arial" panose="020B0604020202020204" pitchFamily="34" charset="0"/>
              <a:buChar char="•"/>
            </a:pPr>
            <a:r>
              <a:rPr lang="en-US" sz="1400" dirty="0">
                <a:latin typeface="Arial Narrow" panose="020B0606020202030204" pitchFamily="34" charset="0"/>
              </a:rPr>
              <a:t>After weight bearing status was added as a criteria, all subsequent patients (53 patients) only require 1 call before PT review patient</a:t>
            </a:r>
          </a:p>
        </p:txBody>
      </p:sp>
      <p:sp>
        <p:nvSpPr>
          <p:cNvPr id="5" name="TextBox 4">
            <a:extLst>
              <a:ext uri="{FF2B5EF4-FFF2-40B4-BE49-F238E27FC236}">
                <a16:creationId xmlns:a16="http://schemas.microsoft.com/office/drawing/2014/main" id="{4FE382C3-63A5-6695-A916-6A8A73F7E859}"/>
              </a:ext>
            </a:extLst>
          </p:cNvPr>
          <p:cNvSpPr txBox="1"/>
          <p:nvPr/>
        </p:nvSpPr>
        <p:spPr>
          <a:xfrm>
            <a:off x="316824" y="89353"/>
            <a:ext cx="11067287" cy="967829"/>
          </a:xfrm>
          <a:prstGeom prst="rect">
            <a:avLst/>
          </a:prstGeom>
          <a:noFill/>
        </p:spPr>
        <p:txBody>
          <a:bodyPr wrap="square" rtlCol="0">
            <a:spAutoFit/>
          </a:bodyPr>
          <a:lstStyle/>
          <a:p>
            <a:pPr>
              <a:lnSpc>
                <a:spcPct val="150000"/>
              </a:lnSpc>
            </a:pPr>
            <a:r>
              <a:rPr lang="en-US" sz="2000" b="1" dirty="0">
                <a:latin typeface="Arial Black" panose="020B0A04020102020204" pitchFamily="34" charset="0"/>
                <a:ea typeface="Arial Black" charset="0"/>
                <a:cs typeface="Arial Black" charset="0"/>
              </a:rPr>
              <a:t>D. PDSA 2.1: </a:t>
            </a:r>
            <a:r>
              <a:rPr lang="en-SG" sz="2000" b="1" dirty="0">
                <a:latin typeface="Arial Black" panose="020B0A04020102020204" pitchFamily="34" charset="0"/>
                <a:ea typeface="Arial" charset="0"/>
                <a:cs typeface="Arial" charset="0"/>
              </a:rPr>
              <a:t>Lack of consensus between SN and PT on screening criteria</a:t>
            </a:r>
          </a:p>
          <a:p>
            <a:pPr>
              <a:lnSpc>
                <a:spcPct val="150000"/>
              </a:lnSpc>
            </a:pPr>
            <a:endParaRPr lang="en-SG" sz="2000" b="1" dirty="0">
              <a:latin typeface="Arial Black" panose="020B0A04020102020204" pitchFamily="34" charset="0"/>
            </a:endParaRPr>
          </a:p>
        </p:txBody>
      </p:sp>
      <p:sp>
        <p:nvSpPr>
          <p:cNvPr id="3" name="TextBox 2">
            <a:extLst>
              <a:ext uri="{FF2B5EF4-FFF2-40B4-BE49-F238E27FC236}">
                <a16:creationId xmlns:a16="http://schemas.microsoft.com/office/drawing/2014/main" id="{CE47F1C9-54F7-E7D6-E848-28A2C39F9E52}"/>
              </a:ext>
            </a:extLst>
          </p:cNvPr>
          <p:cNvSpPr txBox="1"/>
          <p:nvPr/>
        </p:nvSpPr>
        <p:spPr>
          <a:xfrm>
            <a:off x="316824" y="807621"/>
            <a:ext cx="6094476" cy="464743"/>
          </a:xfrm>
          <a:prstGeom prst="rect">
            <a:avLst/>
          </a:prstGeom>
          <a:noFill/>
        </p:spPr>
        <p:txBody>
          <a:bodyPr wrap="square">
            <a:spAutoFit/>
          </a:bodyPr>
          <a:lstStyle/>
          <a:p>
            <a:pPr>
              <a:lnSpc>
                <a:spcPct val="150000"/>
              </a:lnSpc>
            </a:pPr>
            <a:r>
              <a:rPr lang="en-SG" sz="1800" b="1" dirty="0">
                <a:latin typeface="Arial Black" panose="020B0A04020102020204" pitchFamily="34" charset="0"/>
                <a:ea typeface="Arial Black" charset="0"/>
                <a:cs typeface="Arial Black" charset="0"/>
              </a:rPr>
              <a:t>Common Criteria + weightbearing status</a:t>
            </a:r>
            <a:endParaRPr lang="en-US" sz="1800" b="1" dirty="0">
              <a:latin typeface="Arial Black" panose="020B0A04020102020204" pitchFamily="34" charset="0"/>
              <a:ea typeface="Arial Black" charset="0"/>
              <a:cs typeface="Arial Black" charset="0"/>
            </a:endParaRPr>
          </a:p>
        </p:txBody>
      </p:sp>
      <p:sp>
        <p:nvSpPr>
          <p:cNvPr id="2" name="TextBox 1">
            <a:extLst>
              <a:ext uri="{FF2B5EF4-FFF2-40B4-BE49-F238E27FC236}">
                <a16:creationId xmlns:a16="http://schemas.microsoft.com/office/drawing/2014/main" id="{4AB822F5-688C-C554-65C2-8DB553B90E81}"/>
              </a:ext>
            </a:extLst>
          </p:cNvPr>
          <p:cNvSpPr txBox="1"/>
          <p:nvPr/>
        </p:nvSpPr>
        <p:spPr>
          <a:xfrm>
            <a:off x="214376" y="1424468"/>
            <a:ext cx="4752000" cy="245973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buSzPct val="50000"/>
            </a:pPr>
            <a:r>
              <a:rPr lang="en-US" sz="1400" b="1" u="sng" dirty="0">
                <a:latin typeface="Arial Narrow" panose="020B0606020202030204" pitchFamily="34" charset="0"/>
              </a:rPr>
              <a:t>Act</a:t>
            </a:r>
          </a:p>
          <a:p>
            <a:pPr>
              <a:buSzPct val="50000"/>
            </a:pPr>
            <a:r>
              <a:rPr lang="en-US" sz="1400" dirty="0">
                <a:latin typeface="Arial Narrow" panose="020B0606020202030204" pitchFamily="34" charset="0"/>
              </a:rPr>
              <a:t>Adopt and monitor</a:t>
            </a:r>
          </a:p>
        </p:txBody>
      </p:sp>
    </p:spTree>
    <p:extLst>
      <p:ext uri="{BB962C8B-B14F-4D97-AF65-F5344CB8AC3E}">
        <p14:creationId xmlns:p14="http://schemas.microsoft.com/office/powerpoint/2010/main" val="1446520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1+#ppt_w/2"/>
                                          </p:val>
                                        </p:tav>
                                        <p:tav tm="100000">
                                          <p:val>
                                            <p:strVal val="#ppt_x"/>
                                          </p:val>
                                        </p:tav>
                                      </p:tavLst>
                                    </p:anim>
                                    <p:anim calcmode="lin" valueType="num">
                                      <p:cBhvr additive="base">
                                        <p:cTn id="12"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2697" y="64109"/>
            <a:ext cx="11839302" cy="1318053"/>
          </a:xfrm>
          <a:prstGeom prst="rect">
            <a:avLst/>
          </a:prstGeom>
          <a:noFill/>
        </p:spPr>
        <p:txBody>
          <a:bodyPr wrap="square" rtlCol="0">
            <a:spAutoFit/>
          </a:bodyPr>
          <a:lstStyle/>
          <a:p>
            <a:pPr>
              <a:lnSpc>
                <a:spcPct val="150000"/>
              </a:lnSpc>
            </a:pPr>
            <a:r>
              <a:rPr lang="en-US" sz="2800" b="1" dirty="0">
                <a:solidFill>
                  <a:schemeClr val="tx1">
                    <a:lumMod val="85000"/>
                    <a:lumOff val="15000"/>
                  </a:schemeClr>
                </a:solidFill>
                <a:latin typeface="Arial Black" panose="020B0A04020102020204" pitchFamily="34" charset="0"/>
                <a:ea typeface="Arial Black" charset="0"/>
                <a:cs typeface="Arial Black" charset="0"/>
              </a:rPr>
              <a:t>D. PDSA 3.0: </a:t>
            </a:r>
            <a:r>
              <a:rPr lang="en-US" sz="2800" b="1" dirty="0">
                <a:latin typeface="Arial Black" panose="020B0A04020102020204" pitchFamily="34" charset="0"/>
              </a:rPr>
              <a:t>Orientation of Screening Criteria to SN</a:t>
            </a:r>
          </a:p>
          <a:p>
            <a:pPr>
              <a:lnSpc>
                <a:spcPct val="150000"/>
              </a:lnSpc>
            </a:pPr>
            <a:endParaRPr lang="en-US" sz="2800" dirty="0">
              <a:solidFill>
                <a:schemeClr val="tx1">
                  <a:lumMod val="85000"/>
                  <a:lumOff val="15000"/>
                </a:schemeClr>
              </a:solidFill>
              <a:latin typeface="Arial Black" panose="020B0A04020102020204" pitchFamily="34" charset="0"/>
              <a:ea typeface="Arial" charset="0"/>
              <a:cs typeface="Arial" charset="0"/>
            </a:endParaRPr>
          </a:p>
        </p:txBody>
      </p:sp>
      <p:cxnSp>
        <p:nvCxnSpPr>
          <p:cNvPr id="6" name="Straight Connector 5">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848B727-B993-AF71-773C-3727D0DD34D5}"/>
              </a:ext>
            </a:extLst>
          </p:cNvPr>
          <p:cNvSpPr txBox="1"/>
          <p:nvPr/>
        </p:nvSpPr>
        <p:spPr>
          <a:xfrm>
            <a:off x="6876288" y="1219233"/>
            <a:ext cx="4752000" cy="265176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buSzPct val="50000"/>
            </a:pPr>
            <a:r>
              <a:rPr lang="en-US" sz="1400" b="1" u="sng" dirty="0">
                <a:latin typeface="Arial Narrow" panose="020B0606020202030204" pitchFamily="34" charset="0"/>
              </a:rPr>
              <a:t>Plan</a:t>
            </a:r>
          </a:p>
          <a:p>
            <a:pPr lvl="0">
              <a:buSzPct val="50000"/>
            </a:pPr>
            <a:r>
              <a:rPr lang="en-US" sz="1400" dirty="0">
                <a:latin typeface="Arial Narrow" panose="020B0606020202030204" pitchFamily="34" charset="0"/>
              </a:rPr>
              <a:t>Objective: To educate new ED SN on screening criteria</a:t>
            </a:r>
          </a:p>
          <a:p>
            <a:pPr lvl="0">
              <a:buSzPct val="50000"/>
            </a:pPr>
            <a:endParaRPr lang="en-US" sz="1400" dirty="0">
              <a:latin typeface="Arial Narrow" panose="020B0606020202030204" pitchFamily="34" charset="0"/>
            </a:endParaRPr>
          </a:p>
          <a:p>
            <a:pPr lvl="0">
              <a:buSzPct val="50000"/>
            </a:pPr>
            <a:r>
              <a:rPr lang="en-US" sz="1400" dirty="0">
                <a:latin typeface="Arial Narrow" panose="020B0606020202030204" pitchFamily="34" charset="0"/>
              </a:rPr>
              <a:t>Hypothesis: Orientation of Screening criteria to new ED SN to improve compliance of screening criteria before activating PT.</a:t>
            </a: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r>
              <a:rPr lang="en-US" sz="1400" dirty="0">
                <a:latin typeface="Arial Narrow" panose="020B0606020202030204" pitchFamily="34" charset="0"/>
              </a:rPr>
              <a:t>What: Inclusion of screening criteria to orientation of ED SN.</a:t>
            </a:r>
          </a:p>
          <a:p>
            <a:pPr>
              <a:buSzPct val="50000"/>
            </a:pPr>
            <a:r>
              <a:rPr lang="en-US" sz="1400" dirty="0">
                <a:latin typeface="Arial Narrow" panose="020B0606020202030204" pitchFamily="34" charset="0"/>
              </a:rPr>
              <a:t>Who: New ED SN</a:t>
            </a:r>
          </a:p>
          <a:p>
            <a:pPr lvl="0">
              <a:buSzPct val="50000"/>
            </a:pPr>
            <a:r>
              <a:rPr lang="en-US" sz="1400" dirty="0">
                <a:latin typeface="Arial Narrow" panose="020B0606020202030204" pitchFamily="34" charset="0"/>
              </a:rPr>
              <a:t>Predicted outcomes: All new SN aware of screening criteria</a:t>
            </a:r>
            <a:endParaRPr lang="en-US" sz="1400" u="sng" dirty="0">
              <a:latin typeface="Arial Narrow" panose="020B0606020202030204" pitchFamily="34" charset="0"/>
            </a:endParaRPr>
          </a:p>
          <a:p>
            <a:pPr>
              <a:buSzPct val="50000"/>
            </a:pPr>
            <a:endParaRPr lang="en-US" sz="1400" dirty="0">
              <a:latin typeface="Arial Narrow" panose="020B0606020202030204" pitchFamily="34" charset="0"/>
            </a:endParaRPr>
          </a:p>
        </p:txBody>
      </p:sp>
      <p:graphicFrame>
        <p:nvGraphicFramePr>
          <p:cNvPr id="8" name="Diagram 7">
            <a:extLst>
              <a:ext uri="{FF2B5EF4-FFF2-40B4-BE49-F238E27FC236}">
                <a16:creationId xmlns:a16="http://schemas.microsoft.com/office/drawing/2014/main" id="{53C5C7C2-70F3-B780-5422-174EB4D67028}"/>
              </a:ext>
            </a:extLst>
          </p:cNvPr>
          <p:cNvGraphicFramePr/>
          <p:nvPr>
            <p:extLst>
              <p:ext uri="{D42A27DB-BD31-4B8C-83A1-F6EECF244321}">
                <p14:modId xmlns:p14="http://schemas.microsoft.com/office/powerpoint/2010/main" val="1653747764"/>
              </p:ext>
            </p:extLst>
          </p:nvPr>
        </p:nvGraphicFramePr>
        <p:xfrm>
          <a:off x="4080256" y="2743517"/>
          <a:ext cx="3554984" cy="20692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a:extLst>
              <a:ext uri="{FF2B5EF4-FFF2-40B4-BE49-F238E27FC236}">
                <a16:creationId xmlns:a16="http://schemas.microsoft.com/office/drawing/2014/main" id="{DCA21559-0482-737C-6BC9-64C9E4D414DA}"/>
              </a:ext>
            </a:extLst>
          </p:cNvPr>
          <p:cNvSpPr txBox="1"/>
          <p:nvPr/>
        </p:nvSpPr>
        <p:spPr>
          <a:xfrm>
            <a:off x="6876288" y="4079891"/>
            <a:ext cx="4752000" cy="265176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buSzPct val="50000"/>
            </a:pPr>
            <a:r>
              <a:rPr lang="en-US" sz="1400" b="1" u="sng" dirty="0">
                <a:latin typeface="Arial Narrow" panose="020B0606020202030204" pitchFamily="34" charset="0"/>
              </a:rPr>
              <a:t>Do</a:t>
            </a:r>
            <a:endParaRPr lang="en-US" sz="1400" dirty="0">
              <a:latin typeface="Arial Narrow" panose="020B0606020202030204" pitchFamily="34" charset="0"/>
            </a:endParaRPr>
          </a:p>
          <a:p>
            <a:pPr lvl="0">
              <a:buSzPct val="50000"/>
            </a:pPr>
            <a:r>
              <a:rPr lang="en-US" sz="1400" dirty="0">
                <a:latin typeface="Arial Narrow" panose="020B0606020202030204" pitchFamily="34" charset="0"/>
              </a:rPr>
              <a:t>Include Screening Criteria into Orientation of New ED SN from 1 Sept 2025</a:t>
            </a: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p:txBody>
      </p:sp>
      <p:sp>
        <p:nvSpPr>
          <p:cNvPr id="2" name="TextBox 1">
            <a:extLst>
              <a:ext uri="{FF2B5EF4-FFF2-40B4-BE49-F238E27FC236}">
                <a16:creationId xmlns:a16="http://schemas.microsoft.com/office/drawing/2014/main" id="{D1926EFB-203A-A239-70E1-EBB7D8DF2F24}"/>
              </a:ext>
            </a:extLst>
          </p:cNvPr>
          <p:cNvSpPr txBox="1"/>
          <p:nvPr/>
        </p:nvSpPr>
        <p:spPr>
          <a:xfrm>
            <a:off x="130048" y="4090055"/>
            <a:ext cx="4752000" cy="265176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buSzPct val="50000"/>
            </a:pPr>
            <a:r>
              <a:rPr lang="en-US" sz="1400" b="1" u="sng" dirty="0">
                <a:latin typeface="Arial Narrow" panose="020B0606020202030204" pitchFamily="34" charset="0"/>
              </a:rPr>
              <a:t>Study</a:t>
            </a:r>
            <a:endParaRPr lang="en-US" sz="1400" dirty="0">
              <a:latin typeface="Arial Narrow" panose="020B0606020202030204" pitchFamily="34" charset="0"/>
            </a:endParaRPr>
          </a:p>
          <a:p>
            <a:pPr lvl="0">
              <a:buSzPct val="50000"/>
            </a:pPr>
            <a:r>
              <a:rPr lang="en-US" sz="1400" dirty="0">
                <a:latin typeface="Arial Narrow" panose="020B0606020202030204" pitchFamily="34" charset="0"/>
              </a:rPr>
              <a:t>Ongoing training to new ED SN</a:t>
            </a: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p:txBody>
      </p:sp>
      <p:sp>
        <p:nvSpPr>
          <p:cNvPr id="3" name="TextBox 2">
            <a:extLst>
              <a:ext uri="{FF2B5EF4-FFF2-40B4-BE49-F238E27FC236}">
                <a16:creationId xmlns:a16="http://schemas.microsoft.com/office/drawing/2014/main" id="{0E29E639-25EE-F76E-7E7C-C3C5DD68BBAD}"/>
              </a:ext>
            </a:extLst>
          </p:cNvPr>
          <p:cNvSpPr txBox="1"/>
          <p:nvPr/>
        </p:nvSpPr>
        <p:spPr>
          <a:xfrm>
            <a:off x="140208" y="1255415"/>
            <a:ext cx="4752000" cy="265176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buSzPct val="50000"/>
            </a:pPr>
            <a:r>
              <a:rPr lang="en-US" sz="1400" b="1" u="sng" dirty="0">
                <a:latin typeface="Arial Narrow" panose="020B0606020202030204" pitchFamily="34" charset="0"/>
              </a:rPr>
              <a:t>Act</a:t>
            </a: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a:p>
            <a:pPr lvl="0">
              <a:buSzPct val="50000"/>
            </a:pPr>
            <a:endParaRPr lang="en-US" sz="1400" dirty="0">
              <a:latin typeface="Arial Narrow" panose="020B0606020202030204" pitchFamily="34" charset="0"/>
            </a:endParaRPr>
          </a:p>
        </p:txBody>
      </p:sp>
      <p:sp>
        <p:nvSpPr>
          <p:cNvPr id="4" name="TextBox 3">
            <a:extLst>
              <a:ext uri="{FF2B5EF4-FFF2-40B4-BE49-F238E27FC236}">
                <a16:creationId xmlns:a16="http://schemas.microsoft.com/office/drawing/2014/main" id="{19EBE0C2-2F4C-B444-A5B2-8D323365FE4A}"/>
              </a:ext>
            </a:extLst>
          </p:cNvPr>
          <p:cNvSpPr txBox="1"/>
          <p:nvPr/>
        </p:nvSpPr>
        <p:spPr>
          <a:xfrm>
            <a:off x="316824" y="807621"/>
            <a:ext cx="7516536" cy="464743"/>
          </a:xfrm>
          <a:prstGeom prst="rect">
            <a:avLst/>
          </a:prstGeom>
          <a:noFill/>
        </p:spPr>
        <p:txBody>
          <a:bodyPr wrap="square">
            <a:spAutoFit/>
          </a:bodyPr>
          <a:lstStyle/>
          <a:p>
            <a:pPr>
              <a:lnSpc>
                <a:spcPct val="150000"/>
              </a:lnSpc>
            </a:pPr>
            <a:r>
              <a:rPr lang="en-SG" b="1" dirty="0">
                <a:latin typeface="Arial Black" panose="020B0A04020102020204" pitchFamily="34" charset="0"/>
                <a:ea typeface="Arial Black" charset="0"/>
                <a:cs typeface="Arial Black" charset="0"/>
              </a:rPr>
              <a:t>Include screening criteria to new ED SN orientation </a:t>
            </a:r>
            <a:endParaRPr lang="en-US" sz="1800" b="1" dirty="0">
              <a:latin typeface="Arial Black" panose="020B0A04020102020204" pitchFamily="34" charset="0"/>
              <a:ea typeface="Arial Black" charset="0"/>
              <a:cs typeface="Arial Black" charset="0"/>
            </a:endParaRPr>
          </a:p>
        </p:txBody>
      </p:sp>
    </p:spTree>
    <p:extLst>
      <p:ext uri="{BB962C8B-B14F-4D97-AF65-F5344CB8AC3E}">
        <p14:creationId xmlns:p14="http://schemas.microsoft.com/office/powerpoint/2010/main" val="1750710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1+#ppt_w/2"/>
                                          </p:val>
                                        </p:tav>
                                        <p:tav tm="100000">
                                          <p:val>
                                            <p:strVal val="#ppt_x"/>
                                          </p:val>
                                        </p:tav>
                                      </p:tavLst>
                                    </p:anim>
                                    <p:anim calcmode="lin" valueType="num">
                                      <p:cBhvr additive="base">
                                        <p:cTn id="12"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hart 13">
            <a:extLst>
              <a:ext uri="{FF2B5EF4-FFF2-40B4-BE49-F238E27FC236}">
                <a16:creationId xmlns:a16="http://schemas.microsoft.com/office/drawing/2014/main" id="{586F77E3-77E0-F968-77B4-FE7536ED2854}"/>
              </a:ext>
            </a:extLst>
          </p:cNvPr>
          <p:cNvGraphicFramePr>
            <a:graphicFrameLocks/>
          </p:cNvGraphicFramePr>
          <p:nvPr>
            <p:extLst>
              <p:ext uri="{D42A27DB-BD31-4B8C-83A1-F6EECF244321}">
                <p14:modId xmlns:p14="http://schemas.microsoft.com/office/powerpoint/2010/main" val="1937303719"/>
              </p:ext>
            </p:extLst>
          </p:nvPr>
        </p:nvGraphicFramePr>
        <p:xfrm>
          <a:off x="743484" y="1050198"/>
          <a:ext cx="9120072" cy="5346884"/>
        </p:xfrm>
        <a:graphic>
          <a:graphicData uri="http://schemas.openxmlformats.org/drawingml/2006/chart">
            <c:chart xmlns:c="http://schemas.openxmlformats.org/drawingml/2006/chart" xmlns:r="http://schemas.openxmlformats.org/officeDocument/2006/relationships" r:id="rId3"/>
          </a:graphicData>
        </a:graphic>
      </p:graphicFrame>
      <p:sp>
        <p:nvSpPr>
          <p:cNvPr id="47" name="TextBox 46"/>
          <p:cNvSpPr txBox="1"/>
          <p:nvPr/>
        </p:nvSpPr>
        <p:spPr>
          <a:xfrm>
            <a:off x="352697" y="64109"/>
            <a:ext cx="11839302" cy="710066"/>
          </a:xfrm>
          <a:prstGeom prst="rect">
            <a:avLst/>
          </a:prstGeom>
          <a:noFill/>
        </p:spPr>
        <p:txBody>
          <a:bodyPr wrap="square" rtlCol="0">
            <a:spAutoFit/>
          </a:bodyPr>
          <a:lstStyle/>
          <a:p>
            <a:pPr>
              <a:lnSpc>
                <a:spcPct val="150000"/>
              </a:lnSpc>
            </a:pPr>
            <a:r>
              <a:rPr lang="en-US" sz="3000" b="1">
                <a:solidFill>
                  <a:schemeClr val="tx1">
                    <a:lumMod val="85000"/>
                    <a:lumOff val="15000"/>
                  </a:schemeClr>
                </a:solidFill>
                <a:latin typeface="Arial Black" charset="0"/>
                <a:ea typeface="Arial Black" charset="0"/>
                <a:cs typeface="Arial Black" charset="0"/>
              </a:rPr>
              <a:t>E. Benefits / Results (</a:t>
            </a:r>
            <a:r>
              <a:rPr lang="en-US" sz="3000" b="1">
                <a:solidFill>
                  <a:srgbClr val="0070C0"/>
                </a:solidFill>
                <a:latin typeface="Arial Black" charset="0"/>
                <a:ea typeface="Arial Black" charset="0"/>
                <a:cs typeface="Arial Black" charset="0"/>
              </a:rPr>
              <a:t>C</a:t>
            </a:r>
            <a:r>
              <a:rPr lang="en-US" sz="3000" b="1">
                <a:solidFill>
                  <a:schemeClr val="tx1">
                    <a:lumMod val="85000"/>
                    <a:lumOff val="15000"/>
                  </a:schemeClr>
                </a:solidFill>
                <a:latin typeface="Arial Black" charset="0"/>
                <a:ea typeface="Arial Black" charset="0"/>
                <a:cs typeface="Arial Black" charset="0"/>
              </a:rPr>
              <a:t>HECK)</a:t>
            </a:r>
            <a:endParaRPr lang="en-US" sz="1600">
              <a:solidFill>
                <a:schemeClr val="tx1">
                  <a:lumMod val="85000"/>
                  <a:lumOff val="15000"/>
                </a:schemeClr>
              </a:solidFill>
              <a:latin typeface="Arial" charset="0"/>
              <a:ea typeface="Arial" charset="0"/>
              <a:cs typeface="Arial" charset="0"/>
            </a:endParaRPr>
          </a:p>
        </p:txBody>
      </p:sp>
      <p:cxnSp>
        <p:nvCxnSpPr>
          <p:cNvPr id="48" name="Straight Connector 47">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7A64A3A-24D9-F585-D978-AC49EEFAA1A4}"/>
              </a:ext>
            </a:extLst>
          </p:cNvPr>
          <p:cNvSpPr txBox="1"/>
          <p:nvPr/>
        </p:nvSpPr>
        <p:spPr>
          <a:xfrm>
            <a:off x="716092" y="5706701"/>
            <a:ext cx="2000250" cy="276999"/>
          </a:xfrm>
          <a:prstGeom prst="rect">
            <a:avLst/>
          </a:prstGeom>
          <a:noFill/>
        </p:spPr>
        <p:txBody>
          <a:bodyPr wrap="square" rtlCol="0">
            <a:spAutoFit/>
          </a:bodyPr>
          <a:lstStyle/>
          <a:p>
            <a:pPr algn="ctr"/>
            <a:r>
              <a:rPr lang="en-US" sz="1200" b="1" dirty="0">
                <a:latin typeface="Arial Narrow" panose="020B0606020202030204" pitchFamily="34" charset="0"/>
              </a:rPr>
              <a:t>Pre-intervention</a:t>
            </a:r>
          </a:p>
        </p:txBody>
      </p:sp>
      <p:sp>
        <p:nvSpPr>
          <p:cNvPr id="24" name="TextBox 23">
            <a:extLst>
              <a:ext uri="{FF2B5EF4-FFF2-40B4-BE49-F238E27FC236}">
                <a16:creationId xmlns:a16="http://schemas.microsoft.com/office/drawing/2014/main" id="{A292EA4F-AAC7-EC49-7428-CE1DBDBA34A3}"/>
              </a:ext>
            </a:extLst>
          </p:cNvPr>
          <p:cNvSpPr txBox="1"/>
          <p:nvPr/>
        </p:nvSpPr>
        <p:spPr>
          <a:xfrm>
            <a:off x="4659951" y="5687863"/>
            <a:ext cx="2000250" cy="276999"/>
          </a:xfrm>
          <a:prstGeom prst="rect">
            <a:avLst/>
          </a:prstGeom>
          <a:noFill/>
        </p:spPr>
        <p:txBody>
          <a:bodyPr wrap="square" rtlCol="0">
            <a:spAutoFit/>
          </a:bodyPr>
          <a:lstStyle/>
          <a:p>
            <a:pPr algn="ctr"/>
            <a:r>
              <a:rPr lang="en-US" sz="1200" b="1" dirty="0">
                <a:latin typeface="Arial Narrow" panose="020B0606020202030204" pitchFamily="34" charset="0"/>
              </a:rPr>
              <a:t>Post-intervention</a:t>
            </a:r>
          </a:p>
        </p:txBody>
      </p:sp>
      <p:cxnSp>
        <p:nvCxnSpPr>
          <p:cNvPr id="27" name="Straight Arrow Connector 26">
            <a:extLst>
              <a:ext uri="{FF2B5EF4-FFF2-40B4-BE49-F238E27FC236}">
                <a16:creationId xmlns:a16="http://schemas.microsoft.com/office/drawing/2014/main" id="{0DD59B91-4C78-D929-93DC-191EBF3FF714}"/>
              </a:ext>
            </a:extLst>
          </p:cNvPr>
          <p:cNvCxnSpPr/>
          <p:nvPr/>
        </p:nvCxnSpPr>
        <p:spPr>
          <a:xfrm>
            <a:off x="2219563" y="5862634"/>
            <a:ext cx="18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7E57B9D-5A77-6291-DADD-43C510E049E6}"/>
              </a:ext>
            </a:extLst>
          </p:cNvPr>
          <p:cNvCxnSpPr/>
          <p:nvPr/>
        </p:nvCxnSpPr>
        <p:spPr>
          <a:xfrm flipH="1">
            <a:off x="2389738" y="5869565"/>
            <a:ext cx="2743200"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57E4A70-8670-82CC-74E2-30F741C78467}"/>
              </a:ext>
            </a:extLst>
          </p:cNvPr>
          <p:cNvCxnSpPr>
            <a:cxnSpLocks/>
          </p:cNvCxnSpPr>
          <p:nvPr/>
        </p:nvCxnSpPr>
        <p:spPr>
          <a:xfrm>
            <a:off x="6187439" y="5864577"/>
            <a:ext cx="3566160" cy="1837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9869C641-3946-12D1-4181-4FB6E0B4D5F6}"/>
              </a:ext>
            </a:extLst>
          </p:cNvPr>
          <p:cNvCxnSpPr>
            <a:cxnSpLocks/>
          </p:cNvCxnSpPr>
          <p:nvPr/>
        </p:nvCxnSpPr>
        <p:spPr>
          <a:xfrm flipH="1">
            <a:off x="920798" y="5855351"/>
            <a:ext cx="28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9C84AF1-7BAD-5F92-2184-346DF978F3A2}"/>
              </a:ext>
            </a:extLst>
          </p:cNvPr>
          <p:cNvSpPr txBox="1"/>
          <p:nvPr/>
        </p:nvSpPr>
        <p:spPr>
          <a:xfrm>
            <a:off x="2500891" y="3527224"/>
            <a:ext cx="1677913" cy="90024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050" b="1" u="sng" dirty="0">
                <a:latin typeface="Arial Narrow" panose="020B0606020202030204" pitchFamily="34" charset="0"/>
              </a:rPr>
              <a:t>Reasons for 2nd phone call:</a:t>
            </a:r>
          </a:p>
          <a:p>
            <a:pPr marL="171450" indent="-171450">
              <a:buFont typeface="Arial" panose="020B0604020202020204" pitchFamily="34" charset="0"/>
              <a:buChar char="•"/>
            </a:pPr>
            <a:r>
              <a:rPr lang="en-US" sz="1050" dirty="0">
                <a:latin typeface="Arial Narrow" panose="020B0606020202030204" pitchFamily="34" charset="0"/>
              </a:rPr>
              <a:t>Did not clarify if carer available</a:t>
            </a:r>
          </a:p>
          <a:p>
            <a:pPr marL="171450" indent="-171450">
              <a:buFont typeface="Arial" panose="020B0604020202020204" pitchFamily="34" charset="0"/>
              <a:buChar char="•"/>
            </a:pPr>
            <a:r>
              <a:rPr lang="en-US" sz="1050" dirty="0">
                <a:latin typeface="Arial Narrow" panose="020B0606020202030204" pitchFamily="34" charset="0"/>
              </a:rPr>
              <a:t>Investigation results not out yet</a:t>
            </a:r>
          </a:p>
        </p:txBody>
      </p:sp>
      <p:pic>
        <p:nvPicPr>
          <p:cNvPr id="13" name="Picture 12">
            <a:extLst>
              <a:ext uri="{FF2B5EF4-FFF2-40B4-BE49-F238E27FC236}">
                <a16:creationId xmlns:a16="http://schemas.microsoft.com/office/drawing/2014/main" id="{B852A3ED-BD79-D68F-2174-04D04C929428}"/>
              </a:ext>
            </a:extLst>
          </p:cNvPr>
          <p:cNvPicPr>
            <a:picLocks noChangeAspect="1"/>
          </p:cNvPicPr>
          <p:nvPr/>
        </p:nvPicPr>
        <p:blipFill>
          <a:blip r:embed="rId4"/>
          <a:stretch>
            <a:fillRect/>
          </a:stretch>
        </p:blipFill>
        <p:spPr>
          <a:xfrm>
            <a:off x="1973565" y="4826894"/>
            <a:ext cx="371475" cy="400050"/>
          </a:xfrm>
          <a:prstGeom prst="rect">
            <a:avLst/>
          </a:prstGeom>
        </p:spPr>
      </p:pic>
      <p:pic>
        <p:nvPicPr>
          <p:cNvPr id="17" name="Picture 16">
            <a:extLst>
              <a:ext uri="{FF2B5EF4-FFF2-40B4-BE49-F238E27FC236}">
                <a16:creationId xmlns:a16="http://schemas.microsoft.com/office/drawing/2014/main" id="{0301A1B4-E164-1C7A-5BF0-EBA79122929D}"/>
              </a:ext>
            </a:extLst>
          </p:cNvPr>
          <p:cNvPicPr>
            <a:picLocks noChangeAspect="1"/>
          </p:cNvPicPr>
          <p:nvPr/>
        </p:nvPicPr>
        <p:blipFill>
          <a:blip r:embed="rId5"/>
          <a:stretch>
            <a:fillRect/>
          </a:stretch>
        </p:blipFill>
        <p:spPr>
          <a:xfrm>
            <a:off x="2075063" y="5329015"/>
            <a:ext cx="359018" cy="400049"/>
          </a:xfrm>
          <a:prstGeom prst="rect">
            <a:avLst/>
          </a:prstGeom>
        </p:spPr>
      </p:pic>
      <p:pic>
        <p:nvPicPr>
          <p:cNvPr id="21" name="Picture 20">
            <a:extLst>
              <a:ext uri="{FF2B5EF4-FFF2-40B4-BE49-F238E27FC236}">
                <a16:creationId xmlns:a16="http://schemas.microsoft.com/office/drawing/2014/main" id="{8C40479F-8888-446A-E33F-52C68E4957B2}"/>
              </a:ext>
            </a:extLst>
          </p:cNvPr>
          <p:cNvPicPr>
            <a:picLocks noChangeAspect="1"/>
          </p:cNvPicPr>
          <p:nvPr/>
        </p:nvPicPr>
        <p:blipFill>
          <a:blip r:embed="rId6"/>
          <a:stretch>
            <a:fillRect/>
          </a:stretch>
        </p:blipFill>
        <p:spPr>
          <a:xfrm>
            <a:off x="2541532" y="5367565"/>
            <a:ext cx="404403" cy="440237"/>
          </a:xfrm>
          <a:prstGeom prst="rect">
            <a:avLst/>
          </a:prstGeom>
        </p:spPr>
      </p:pic>
      <p:sp>
        <p:nvSpPr>
          <p:cNvPr id="30" name="TextBox 29">
            <a:extLst>
              <a:ext uri="{FF2B5EF4-FFF2-40B4-BE49-F238E27FC236}">
                <a16:creationId xmlns:a16="http://schemas.microsoft.com/office/drawing/2014/main" id="{51C1D106-FC0C-5D06-0CB6-02D80EE52425}"/>
              </a:ext>
            </a:extLst>
          </p:cNvPr>
          <p:cNvSpPr txBox="1"/>
          <p:nvPr/>
        </p:nvSpPr>
        <p:spPr>
          <a:xfrm>
            <a:off x="4647458" y="3648961"/>
            <a:ext cx="2010688" cy="90024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050" b="1" u="sng" dirty="0">
                <a:latin typeface="Arial Narrow" panose="020B0606020202030204" pitchFamily="34" charset="0"/>
              </a:rPr>
              <a:t>Reasons for 2nd phone call:</a:t>
            </a:r>
          </a:p>
          <a:p>
            <a:pPr marL="171450" indent="-171450">
              <a:buFont typeface="Arial" panose="020B0604020202020204" pitchFamily="34" charset="0"/>
              <a:buChar char="•"/>
            </a:pPr>
            <a:r>
              <a:rPr lang="en-US" sz="1050" dirty="0">
                <a:latin typeface="Arial Narrow" panose="020B0606020202030204" pitchFamily="34" charset="0"/>
              </a:rPr>
              <a:t>Need to clarify lower limb weight bearing status</a:t>
            </a:r>
          </a:p>
          <a:p>
            <a:pPr marL="171450" indent="-171450">
              <a:buFont typeface="Arial" panose="020B0604020202020204" pitchFamily="34" charset="0"/>
              <a:buChar char="•"/>
            </a:pPr>
            <a:r>
              <a:rPr lang="en-US" sz="1050" dirty="0">
                <a:latin typeface="Arial Narrow" panose="020B0606020202030204" pitchFamily="34" charset="0"/>
              </a:rPr>
              <a:t>Need to clarify upper limb weight bearing status</a:t>
            </a:r>
            <a:endParaRPr lang="en-US" sz="1050" b="1" dirty="0">
              <a:latin typeface="Arial Narrow" panose="020B0606020202030204" pitchFamily="34" charset="0"/>
            </a:endParaRPr>
          </a:p>
        </p:txBody>
      </p:sp>
      <p:sp>
        <p:nvSpPr>
          <p:cNvPr id="34" name="TextBox 33">
            <a:extLst>
              <a:ext uri="{FF2B5EF4-FFF2-40B4-BE49-F238E27FC236}">
                <a16:creationId xmlns:a16="http://schemas.microsoft.com/office/drawing/2014/main" id="{2DF69116-784F-B320-55B7-60BCE9EDE10E}"/>
              </a:ext>
            </a:extLst>
          </p:cNvPr>
          <p:cNvSpPr txBox="1"/>
          <p:nvPr/>
        </p:nvSpPr>
        <p:spPr>
          <a:xfrm>
            <a:off x="-20746" y="2617285"/>
            <a:ext cx="1198255" cy="1039708"/>
          </a:xfrm>
          <a:prstGeom prst="rect">
            <a:avLst/>
          </a:prstGeom>
          <a:noFill/>
        </p:spPr>
        <p:txBody>
          <a:bodyPr wrap="square">
            <a:spAutoFit/>
          </a:bodyPr>
          <a:lstStyle/>
          <a:p>
            <a:pPr marL="0" indent="0" fontAlgn="t">
              <a:lnSpc>
                <a:spcPct val="114000"/>
              </a:lnSpc>
              <a:spcBef>
                <a:spcPts val="0"/>
              </a:spcBef>
              <a:buSzPct val="50000"/>
              <a:buNone/>
            </a:pPr>
            <a:r>
              <a:rPr lang="en-US" sz="1800" b="1" i="0" dirty="0">
                <a:effectLst/>
                <a:latin typeface="Arial Narrow" panose="020B0606020202030204" pitchFamily="34" charset="0"/>
              </a:rPr>
              <a:t>No of </a:t>
            </a:r>
            <a:r>
              <a:rPr lang="en-US" b="1" dirty="0">
                <a:latin typeface="Arial Narrow" panose="020B0606020202030204" pitchFamily="34" charset="0"/>
              </a:rPr>
              <a:t>P</a:t>
            </a:r>
            <a:r>
              <a:rPr lang="en-US" sz="1800" b="1" i="0" dirty="0">
                <a:effectLst/>
              </a:rPr>
              <a:t>hone</a:t>
            </a:r>
            <a:r>
              <a:rPr lang="en-US" sz="1800" b="1" i="0" dirty="0">
                <a:effectLst/>
                <a:latin typeface="Arial Narrow" panose="020B0606020202030204" pitchFamily="34" charset="0"/>
              </a:rPr>
              <a:t> </a:t>
            </a:r>
            <a:r>
              <a:rPr lang="en-US" b="1" dirty="0">
                <a:latin typeface="Arial Narrow" panose="020B0606020202030204" pitchFamily="34" charset="0"/>
              </a:rPr>
              <a:t>C</a:t>
            </a:r>
            <a:r>
              <a:rPr lang="en-US" sz="1800" b="1" i="0" dirty="0">
                <a:effectLst/>
                <a:latin typeface="Arial Narrow" panose="020B0606020202030204" pitchFamily="34" charset="0"/>
              </a:rPr>
              <a:t>alls</a:t>
            </a:r>
            <a:endParaRPr lang="en-SG" sz="1800" b="1" i="0" dirty="0">
              <a:effectLst/>
              <a:latin typeface="Arial Narrow" panose="020B0606020202030204" pitchFamily="34" charset="0"/>
            </a:endParaRPr>
          </a:p>
        </p:txBody>
      </p:sp>
      <p:sp>
        <p:nvSpPr>
          <p:cNvPr id="35" name="TextBox 34">
            <a:extLst>
              <a:ext uri="{FF2B5EF4-FFF2-40B4-BE49-F238E27FC236}">
                <a16:creationId xmlns:a16="http://schemas.microsoft.com/office/drawing/2014/main" id="{4A1D626D-DC36-3CC8-1CDF-D88A6BA0CB92}"/>
              </a:ext>
            </a:extLst>
          </p:cNvPr>
          <p:cNvSpPr txBox="1"/>
          <p:nvPr/>
        </p:nvSpPr>
        <p:spPr>
          <a:xfrm>
            <a:off x="4808931" y="6276452"/>
            <a:ext cx="1431315" cy="408125"/>
          </a:xfrm>
          <a:prstGeom prst="rect">
            <a:avLst/>
          </a:prstGeom>
          <a:noFill/>
        </p:spPr>
        <p:txBody>
          <a:bodyPr wrap="square">
            <a:spAutoFit/>
          </a:bodyPr>
          <a:lstStyle/>
          <a:p>
            <a:pPr marL="0" indent="0" fontAlgn="t">
              <a:lnSpc>
                <a:spcPct val="114000"/>
              </a:lnSpc>
              <a:spcBef>
                <a:spcPts val="0"/>
              </a:spcBef>
              <a:buSzPct val="50000"/>
              <a:buNone/>
            </a:pPr>
            <a:r>
              <a:rPr lang="en-US" sz="1800" b="1" i="0" dirty="0">
                <a:effectLst/>
              </a:rPr>
              <a:t>Patient</a:t>
            </a:r>
            <a:endParaRPr lang="en-SG" sz="1800" b="1" i="0" dirty="0">
              <a:effectLst/>
            </a:endParaRPr>
          </a:p>
        </p:txBody>
      </p:sp>
      <p:pic>
        <p:nvPicPr>
          <p:cNvPr id="38" name="chart">
            <a:extLst>
              <a:ext uri="{FF2B5EF4-FFF2-40B4-BE49-F238E27FC236}">
                <a16:creationId xmlns:a16="http://schemas.microsoft.com/office/drawing/2014/main" id="{E10627DF-90F8-5B19-4C32-B0A33F7ADCBF}"/>
              </a:ext>
            </a:extLst>
          </p:cNvPr>
          <p:cNvPicPr>
            <a:picLocks noChangeAspect="1"/>
          </p:cNvPicPr>
          <p:nvPr/>
        </p:nvPicPr>
        <p:blipFill>
          <a:blip r:embed="rId7"/>
          <a:stretch>
            <a:fillRect/>
          </a:stretch>
        </p:blipFill>
        <p:spPr>
          <a:xfrm>
            <a:off x="7259616" y="6359289"/>
            <a:ext cx="2228571" cy="476190"/>
          </a:xfrm>
          <a:prstGeom prst="rect">
            <a:avLst/>
          </a:prstGeom>
        </p:spPr>
      </p:pic>
      <p:cxnSp>
        <p:nvCxnSpPr>
          <p:cNvPr id="40" name="Straight Arrow Connector 39">
            <a:extLst>
              <a:ext uri="{FF2B5EF4-FFF2-40B4-BE49-F238E27FC236}">
                <a16:creationId xmlns:a16="http://schemas.microsoft.com/office/drawing/2014/main" id="{290F7065-0F21-C393-7460-E1D0BC990563}"/>
              </a:ext>
            </a:extLst>
          </p:cNvPr>
          <p:cNvCxnSpPr>
            <a:cxnSpLocks/>
          </p:cNvCxnSpPr>
          <p:nvPr/>
        </p:nvCxnSpPr>
        <p:spPr>
          <a:xfrm flipH="1">
            <a:off x="2572200" y="4422558"/>
            <a:ext cx="139487" cy="27432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238EB08F-FF83-A648-FF07-FB6DFC28A6FD}"/>
              </a:ext>
            </a:extLst>
          </p:cNvPr>
          <p:cNvSpPr txBox="1"/>
          <p:nvPr/>
        </p:nvSpPr>
        <p:spPr>
          <a:xfrm>
            <a:off x="2344768" y="3231544"/>
            <a:ext cx="1941517" cy="337913"/>
          </a:xfrm>
          <a:prstGeom prst="rect">
            <a:avLst/>
          </a:prstGeom>
          <a:noFill/>
        </p:spPr>
        <p:txBody>
          <a:bodyPr wrap="square">
            <a:spAutoFit/>
          </a:bodyPr>
          <a:lstStyle/>
          <a:p>
            <a:pPr marL="0" indent="0" fontAlgn="t">
              <a:lnSpc>
                <a:spcPct val="114000"/>
              </a:lnSpc>
              <a:spcBef>
                <a:spcPts val="0"/>
              </a:spcBef>
              <a:buSzPct val="50000"/>
              <a:buNone/>
            </a:pPr>
            <a:r>
              <a:rPr lang="en-US" sz="1400" b="1" i="1" dirty="0">
                <a:effectLst/>
                <a:latin typeface="Arial Narrow" panose="020B0606020202030204" pitchFamily="34" charset="0"/>
              </a:rPr>
              <a:t>Pre  Median: 4 calls</a:t>
            </a:r>
            <a:endParaRPr lang="en-SG" sz="1400" b="1" i="1" dirty="0">
              <a:effectLst/>
              <a:latin typeface="Arial Narrow" panose="020B0606020202030204" pitchFamily="34" charset="0"/>
            </a:endParaRPr>
          </a:p>
        </p:txBody>
      </p:sp>
      <p:cxnSp>
        <p:nvCxnSpPr>
          <p:cNvPr id="58" name="Straight Arrow Connector 57">
            <a:extLst>
              <a:ext uri="{FF2B5EF4-FFF2-40B4-BE49-F238E27FC236}">
                <a16:creationId xmlns:a16="http://schemas.microsoft.com/office/drawing/2014/main" id="{7D44597F-D81A-3C6F-186D-DD90FA748B14}"/>
              </a:ext>
            </a:extLst>
          </p:cNvPr>
          <p:cNvCxnSpPr>
            <a:cxnSpLocks/>
          </p:cNvCxnSpPr>
          <p:nvPr/>
        </p:nvCxnSpPr>
        <p:spPr>
          <a:xfrm flipH="1">
            <a:off x="4094966" y="4487820"/>
            <a:ext cx="579853" cy="253765"/>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C3B1C97A-6C50-46E9-CBD8-FF0375403C71}"/>
              </a:ext>
            </a:extLst>
          </p:cNvPr>
          <p:cNvCxnSpPr>
            <a:cxnSpLocks/>
          </p:cNvCxnSpPr>
          <p:nvPr/>
        </p:nvCxnSpPr>
        <p:spPr>
          <a:xfrm flipH="1">
            <a:off x="4685440" y="4560993"/>
            <a:ext cx="225852" cy="155285"/>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20761A26-592C-E1F6-EE81-6DC967AF769E}"/>
              </a:ext>
            </a:extLst>
          </p:cNvPr>
          <p:cNvCxnSpPr>
            <a:cxnSpLocks/>
          </p:cNvCxnSpPr>
          <p:nvPr/>
        </p:nvCxnSpPr>
        <p:spPr>
          <a:xfrm flipH="1">
            <a:off x="4006392" y="4346277"/>
            <a:ext cx="641066" cy="367418"/>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B9D6AB7-1BC7-732D-0EA3-48E494785902}"/>
              </a:ext>
            </a:extLst>
          </p:cNvPr>
          <p:cNvSpPr txBox="1"/>
          <p:nvPr/>
        </p:nvSpPr>
        <p:spPr>
          <a:xfrm>
            <a:off x="229419" y="880806"/>
            <a:ext cx="2433484"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262626"/>
                </a:solidFill>
                <a:latin typeface="Arial Black"/>
              </a:rPr>
              <a:t>RUN Chart</a:t>
            </a:r>
            <a:endParaRPr lang="en-US" sz="2400" dirty="0">
              <a:ea typeface="Calibri"/>
              <a:cs typeface="Calibri"/>
            </a:endParaRPr>
          </a:p>
          <a:p>
            <a:pPr algn="ctr"/>
            <a:endParaRPr lang="en-US" sz="1400" dirty="0">
              <a:ea typeface="Calibri"/>
              <a:cs typeface="Calibri"/>
            </a:endParaRPr>
          </a:p>
        </p:txBody>
      </p:sp>
      <p:sp>
        <p:nvSpPr>
          <p:cNvPr id="12" name="TextBox 11">
            <a:extLst>
              <a:ext uri="{FF2B5EF4-FFF2-40B4-BE49-F238E27FC236}">
                <a16:creationId xmlns:a16="http://schemas.microsoft.com/office/drawing/2014/main" id="{948FF4B9-AAF9-82A2-CD88-A9FB27F05C16}"/>
              </a:ext>
            </a:extLst>
          </p:cNvPr>
          <p:cNvSpPr txBox="1"/>
          <p:nvPr/>
        </p:nvSpPr>
        <p:spPr>
          <a:xfrm>
            <a:off x="8050233" y="5043316"/>
            <a:ext cx="1989782" cy="337913"/>
          </a:xfrm>
          <a:prstGeom prst="rect">
            <a:avLst/>
          </a:prstGeom>
          <a:noFill/>
        </p:spPr>
        <p:txBody>
          <a:bodyPr wrap="square">
            <a:spAutoFit/>
          </a:bodyPr>
          <a:lstStyle/>
          <a:p>
            <a:pPr marL="0" indent="0" fontAlgn="t">
              <a:lnSpc>
                <a:spcPct val="114000"/>
              </a:lnSpc>
              <a:spcBef>
                <a:spcPts val="0"/>
              </a:spcBef>
              <a:buSzPct val="50000"/>
              <a:buNone/>
            </a:pPr>
            <a:r>
              <a:rPr lang="en-US" sz="1400" b="1" i="1" dirty="0">
                <a:effectLst/>
                <a:latin typeface="Arial Narrow" panose="020B0606020202030204" pitchFamily="34" charset="0"/>
              </a:rPr>
              <a:t>Post Median: 1 calls</a:t>
            </a:r>
            <a:endParaRPr lang="en-SG" sz="1400" b="1" i="1" dirty="0">
              <a:effectLst/>
              <a:latin typeface="Arial Narrow" panose="020B0606020202030204" pitchFamily="34" charset="0"/>
            </a:endParaRPr>
          </a:p>
        </p:txBody>
      </p:sp>
      <p:pic>
        <p:nvPicPr>
          <p:cNvPr id="19" name="Picture 18">
            <a:extLst>
              <a:ext uri="{FF2B5EF4-FFF2-40B4-BE49-F238E27FC236}">
                <a16:creationId xmlns:a16="http://schemas.microsoft.com/office/drawing/2014/main" id="{FA1D2664-4A1A-AC99-0D8C-2B96BDFF162A}"/>
              </a:ext>
            </a:extLst>
          </p:cNvPr>
          <p:cNvPicPr>
            <a:picLocks noChangeAspect="1"/>
          </p:cNvPicPr>
          <p:nvPr/>
        </p:nvPicPr>
        <p:blipFill>
          <a:blip r:embed="rId8"/>
          <a:stretch>
            <a:fillRect/>
          </a:stretch>
        </p:blipFill>
        <p:spPr>
          <a:xfrm>
            <a:off x="4733932" y="5395292"/>
            <a:ext cx="343310" cy="378978"/>
          </a:xfrm>
          <a:prstGeom prst="rect">
            <a:avLst/>
          </a:prstGeom>
        </p:spPr>
      </p:pic>
      <p:sp>
        <p:nvSpPr>
          <p:cNvPr id="23" name="Star: 10 Points 22">
            <a:extLst>
              <a:ext uri="{FF2B5EF4-FFF2-40B4-BE49-F238E27FC236}">
                <a16:creationId xmlns:a16="http://schemas.microsoft.com/office/drawing/2014/main" id="{3919BE84-1AEF-52D7-872C-1D2DB0731894}"/>
              </a:ext>
            </a:extLst>
          </p:cNvPr>
          <p:cNvSpPr/>
          <p:nvPr/>
        </p:nvSpPr>
        <p:spPr>
          <a:xfrm>
            <a:off x="7076548" y="771592"/>
            <a:ext cx="4762755" cy="3063720"/>
          </a:xfrm>
          <a:prstGeom prst="star1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u="sng" dirty="0">
                <a:solidFill>
                  <a:schemeClr val="bg1"/>
                </a:solidFill>
                <a:latin typeface="Arial Narrow"/>
              </a:rPr>
              <a:t>1 call</a:t>
            </a:r>
            <a:r>
              <a:rPr lang="en-SG" sz="2400" dirty="0">
                <a:solidFill>
                  <a:schemeClr val="bg1"/>
                </a:solidFill>
                <a:latin typeface="Arial Narrow"/>
              </a:rPr>
              <a:t> before PT review</a:t>
            </a:r>
          </a:p>
          <a:p>
            <a:pPr algn="ctr"/>
            <a:endParaRPr lang="en-SG" sz="2400" dirty="0">
              <a:solidFill>
                <a:schemeClr val="bg1"/>
              </a:solidFill>
              <a:latin typeface="Arial Narrow" panose="020B0606020202030204" pitchFamily="34" charset="0"/>
            </a:endParaRPr>
          </a:p>
          <a:p>
            <a:pPr algn="ctr"/>
            <a:r>
              <a:rPr lang="en-US" sz="2400" dirty="0">
                <a:solidFill>
                  <a:schemeClr val="bg1"/>
                </a:solidFill>
                <a:latin typeface="Arial Narrow"/>
                <a:cs typeface="Segoe UI"/>
              </a:rPr>
              <a:t>       Turn Around time  </a:t>
            </a:r>
            <a:r>
              <a:rPr lang="en-US" sz="2400" b="1" dirty="0">
                <a:solidFill>
                  <a:schemeClr val="bg1"/>
                </a:solidFill>
                <a:latin typeface="Arial Narrow"/>
                <a:cs typeface="Segoe UI"/>
              </a:rPr>
              <a:t>   </a:t>
            </a:r>
          </a:p>
          <a:p>
            <a:pPr algn="ctr"/>
            <a:r>
              <a:rPr lang="en-US" sz="2400" dirty="0">
                <a:solidFill>
                  <a:schemeClr val="bg1"/>
                </a:solidFill>
                <a:latin typeface="Arial Narrow"/>
                <a:cs typeface="Segoe UI"/>
              </a:rPr>
              <a:t>by</a:t>
            </a:r>
            <a:r>
              <a:rPr lang="en-US" sz="2400" b="1" dirty="0">
                <a:solidFill>
                  <a:schemeClr val="bg1"/>
                </a:solidFill>
                <a:latin typeface="Arial Narrow"/>
                <a:cs typeface="Segoe UI"/>
              </a:rPr>
              <a:t> </a:t>
            </a:r>
            <a:r>
              <a:rPr lang="en-US" sz="2400" b="1" u="sng" dirty="0">
                <a:solidFill>
                  <a:schemeClr val="bg1"/>
                </a:solidFill>
                <a:latin typeface="Arial Narrow"/>
                <a:cs typeface="Segoe UI"/>
              </a:rPr>
              <a:t>67 minutes</a:t>
            </a:r>
          </a:p>
        </p:txBody>
      </p:sp>
      <p:sp>
        <p:nvSpPr>
          <p:cNvPr id="25" name="Arrow: Down 24">
            <a:extLst>
              <a:ext uri="{FF2B5EF4-FFF2-40B4-BE49-F238E27FC236}">
                <a16:creationId xmlns:a16="http://schemas.microsoft.com/office/drawing/2014/main" id="{B4D45506-0932-279D-E67B-A202D800A4DF}"/>
              </a:ext>
            </a:extLst>
          </p:cNvPr>
          <p:cNvSpPr/>
          <p:nvPr/>
        </p:nvSpPr>
        <p:spPr>
          <a:xfrm>
            <a:off x="8302371" y="2335257"/>
            <a:ext cx="358470" cy="349396"/>
          </a:xfrm>
          <a:prstGeom prst="down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2" name="Straight Arrow Connector 1">
            <a:extLst>
              <a:ext uri="{FF2B5EF4-FFF2-40B4-BE49-F238E27FC236}">
                <a16:creationId xmlns:a16="http://schemas.microsoft.com/office/drawing/2014/main" id="{F2918F4E-89E0-321C-CE6B-EA22DFFB7E3F}"/>
              </a:ext>
            </a:extLst>
          </p:cNvPr>
          <p:cNvCxnSpPr>
            <a:cxnSpLocks/>
          </p:cNvCxnSpPr>
          <p:nvPr/>
        </p:nvCxnSpPr>
        <p:spPr>
          <a:xfrm flipH="1">
            <a:off x="3354612" y="4183927"/>
            <a:ext cx="1358835" cy="598353"/>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 name="Explosion: 8 Points 6">
            <a:extLst>
              <a:ext uri="{FF2B5EF4-FFF2-40B4-BE49-F238E27FC236}">
                <a16:creationId xmlns:a16="http://schemas.microsoft.com/office/drawing/2014/main" id="{37BFA6B1-452C-CE46-ACB7-6E641A7109CE}"/>
              </a:ext>
            </a:extLst>
          </p:cNvPr>
          <p:cNvSpPr/>
          <p:nvPr/>
        </p:nvSpPr>
        <p:spPr>
          <a:xfrm>
            <a:off x="8660841" y="3160988"/>
            <a:ext cx="3510413" cy="1399728"/>
          </a:xfrm>
          <a:prstGeom prst="irregularSeal1">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b="1" dirty="0">
                <a:solidFill>
                  <a:schemeClr val="tx1"/>
                </a:solidFill>
                <a:latin typeface="Arial Narrow"/>
                <a:cs typeface="Segoe UI"/>
              </a:rPr>
              <a:t>Potential Revenue:</a:t>
            </a:r>
          </a:p>
          <a:p>
            <a:pPr algn="ctr"/>
            <a:r>
              <a:rPr lang="en-US" sz="1400" b="1" dirty="0">
                <a:solidFill>
                  <a:schemeClr val="tx1"/>
                </a:solidFill>
                <a:latin typeface="Arial Narrow"/>
                <a:cs typeface="Segoe UI"/>
              </a:rPr>
              <a:t>$</a:t>
            </a:r>
            <a:r>
              <a:rPr lang="en-SG" sz="1400" b="1" dirty="0">
                <a:solidFill>
                  <a:schemeClr val="tx1"/>
                </a:solidFill>
                <a:latin typeface="Arial Narrow" panose="020B0606020202030204" pitchFamily="34" charset="0"/>
              </a:rPr>
              <a:t>247,200 a year</a:t>
            </a:r>
            <a:endParaRPr lang="en-SG" sz="1400" b="1" dirty="0">
              <a:solidFill>
                <a:schemeClr val="tx1"/>
              </a:solidFill>
              <a:latin typeface="Arial Narrow"/>
            </a:endParaRPr>
          </a:p>
        </p:txBody>
      </p:sp>
      <p:cxnSp>
        <p:nvCxnSpPr>
          <p:cNvPr id="5" name="Straight Arrow Connector 4">
            <a:extLst>
              <a:ext uri="{FF2B5EF4-FFF2-40B4-BE49-F238E27FC236}">
                <a16:creationId xmlns:a16="http://schemas.microsoft.com/office/drawing/2014/main" id="{2E19846A-CA3E-93C5-6F44-CE77F2384305}"/>
              </a:ext>
            </a:extLst>
          </p:cNvPr>
          <p:cNvCxnSpPr>
            <a:cxnSpLocks/>
          </p:cNvCxnSpPr>
          <p:nvPr/>
        </p:nvCxnSpPr>
        <p:spPr>
          <a:xfrm flipH="1">
            <a:off x="2696319" y="4433553"/>
            <a:ext cx="139487" cy="27432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E4F92877-97FF-9ACA-02F5-69B914A8D3ED}"/>
              </a:ext>
            </a:extLst>
          </p:cNvPr>
          <p:cNvCxnSpPr>
            <a:cxnSpLocks/>
          </p:cNvCxnSpPr>
          <p:nvPr/>
        </p:nvCxnSpPr>
        <p:spPr>
          <a:xfrm flipH="1">
            <a:off x="2865999" y="4471263"/>
            <a:ext cx="139487" cy="27432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C8AAC3E-BB4D-7E5D-6589-6C00EB4D6A45}"/>
              </a:ext>
            </a:extLst>
          </p:cNvPr>
          <p:cNvCxnSpPr>
            <a:cxnSpLocks/>
          </p:cNvCxnSpPr>
          <p:nvPr/>
        </p:nvCxnSpPr>
        <p:spPr>
          <a:xfrm flipH="1">
            <a:off x="3139382" y="4452407"/>
            <a:ext cx="139487" cy="27432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0BD9027-0BB3-1EA6-EC26-FC89A6D1F708}"/>
              </a:ext>
            </a:extLst>
          </p:cNvPr>
          <p:cNvCxnSpPr>
            <a:cxnSpLocks/>
          </p:cNvCxnSpPr>
          <p:nvPr/>
        </p:nvCxnSpPr>
        <p:spPr>
          <a:xfrm>
            <a:off x="3703760" y="4452407"/>
            <a:ext cx="97084" cy="259888"/>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6574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1000" fill="hold"/>
                                        <p:tgtEl>
                                          <p:spTgt spid="47"/>
                                        </p:tgtEl>
                                        <p:attrNameLst>
                                          <p:attrName>ppt_x</p:attrName>
                                        </p:attrNameLst>
                                      </p:cBhvr>
                                      <p:tavLst>
                                        <p:tav tm="0">
                                          <p:val>
                                            <p:strVal val="0-#ppt_w/2"/>
                                          </p:val>
                                        </p:tav>
                                        <p:tav tm="100000">
                                          <p:val>
                                            <p:strVal val="#ppt_x"/>
                                          </p:val>
                                        </p:tav>
                                      </p:tavLst>
                                    </p:anim>
                                    <p:anim calcmode="lin" valueType="num">
                                      <p:cBhvr additive="base">
                                        <p:cTn id="8" dur="1000" fill="hold"/>
                                        <p:tgtEl>
                                          <p:spTgt spid="47"/>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1000" fill="hold"/>
                                        <p:tgtEl>
                                          <p:spTgt spid="48"/>
                                        </p:tgtEl>
                                        <p:attrNameLst>
                                          <p:attrName>ppt_x</p:attrName>
                                        </p:attrNameLst>
                                      </p:cBhvr>
                                      <p:tavLst>
                                        <p:tav tm="0">
                                          <p:val>
                                            <p:strVal val="1+#ppt_w/2"/>
                                          </p:val>
                                        </p:tav>
                                        <p:tav tm="100000">
                                          <p:val>
                                            <p:strVal val="#ppt_x"/>
                                          </p:val>
                                        </p:tav>
                                      </p:tavLst>
                                    </p:anim>
                                    <p:anim calcmode="lin" valueType="num">
                                      <p:cBhvr additive="base">
                                        <p:cTn id="12" dur="1000" fill="hold"/>
                                        <p:tgtEl>
                                          <p:spTgt spid="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352697" y="64109"/>
            <a:ext cx="11839302" cy="751488"/>
          </a:xfrm>
          <a:prstGeom prst="rect">
            <a:avLst/>
          </a:prstGeom>
          <a:noFill/>
        </p:spPr>
        <p:txBody>
          <a:bodyPr wrap="square" rtlCol="0">
            <a:spAutoFit/>
          </a:bodyPr>
          <a:lstStyle/>
          <a:p>
            <a:pPr>
              <a:lnSpc>
                <a:spcPct val="150000"/>
              </a:lnSpc>
            </a:pPr>
            <a:r>
              <a:rPr lang="en-US" sz="3000" b="1" dirty="0">
                <a:solidFill>
                  <a:schemeClr val="tx1">
                    <a:lumMod val="85000"/>
                    <a:lumOff val="15000"/>
                  </a:schemeClr>
                </a:solidFill>
                <a:latin typeface="Arial Black" panose="020B0A04020102020204" pitchFamily="34" charset="0"/>
                <a:ea typeface="Arial Black" charset="0"/>
                <a:cs typeface="Arial Black" charset="0"/>
              </a:rPr>
              <a:t>E. </a:t>
            </a:r>
            <a:r>
              <a:rPr lang="en-US" sz="3200" dirty="0">
                <a:latin typeface="Arial Black" panose="020B0A04020102020204" pitchFamily="34" charset="0"/>
              </a:rPr>
              <a:t>Potential Revenue Missed </a:t>
            </a:r>
            <a:endParaRPr lang="en-US" sz="1600" dirty="0">
              <a:solidFill>
                <a:schemeClr val="tx1">
                  <a:lumMod val="85000"/>
                  <a:lumOff val="15000"/>
                </a:schemeClr>
              </a:solidFill>
              <a:latin typeface="Arial Black" panose="020B0A04020102020204" pitchFamily="34" charset="0"/>
              <a:ea typeface="Arial" charset="0"/>
              <a:cs typeface="Arial" charset="0"/>
            </a:endParaRPr>
          </a:p>
        </p:txBody>
      </p:sp>
      <p:cxnSp>
        <p:nvCxnSpPr>
          <p:cNvPr id="48" name="Straight Connector 47">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59F2558-45FF-0D9B-BEF9-318A2C927F8C}"/>
              </a:ext>
            </a:extLst>
          </p:cNvPr>
          <p:cNvSpPr txBox="1"/>
          <p:nvPr/>
        </p:nvSpPr>
        <p:spPr>
          <a:xfrm>
            <a:off x="352697" y="1064190"/>
            <a:ext cx="11506814" cy="3785652"/>
          </a:xfrm>
          <a:prstGeom prst="rect">
            <a:avLst/>
          </a:prstGeom>
          <a:noFill/>
        </p:spPr>
        <p:txBody>
          <a:bodyPr wrap="square" lIns="91440" tIns="45720" rIns="91440" bIns="45720" anchor="t">
            <a:spAutoFit/>
          </a:bodyPr>
          <a:lstStyle/>
          <a:p>
            <a:pPr marL="171450" indent="-171450">
              <a:buFont typeface="Arial" panose="020B0604020202020204" pitchFamily="34" charset="0"/>
              <a:buChar char="•"/>
            </a:pPr>
            <a:r>
              <a:rPr lang="en-SG" dirty="0">
                <a:latin typeface="Arial Narrow" panose="020B0606020202030204" pitchFamily="34" charset="0"/>
              </a:rPr>
              <a:t>Turn Around Time decreased </a:t>
            </a:r>
            <a:r>
              <a:rPr lang="en-SG" b="1" dirty="0">
                <a:latin typeface="Arial Narrow" panose="020B0606020202030204" pitchFamily="34" charset="0"/>
              </a:rPr>
              <a:t>from 75 minutes to 8 minutes, </a:t>
            </a:r>
            <a:r>
              <a:rPr lang="en-SG" dirty="0">
                <a:latin typeface="Arial Narrow" panose="020B0606020202030204" pitchFamily="34" charset="0"/>
              </a:rPr>
              <a:t>a reduction  by </a:t>
            </a:r>
            <a:r>
              <a:rPr lang="en-SG" b="1" dirty="0">
                <a:solidFill>
                  <a:srgbClr val="FF0000"/>
                </a:solidFill>
                <a:latin typeface="Arial Narrow" panose="020B0606020202030204" pitchFamily="34" charset="0"/>
              </a:rPr>
              <a:t>67min</a:t>
            </a:r>
            <a:r>
              <a:rPr lang="en-SG" b="1" dirty="0">
                <a:solidFill>
                  <a:srgbClr val="C00000"/>
                </a:solidFill>
                <a:latin typeface="Arial Narrow" panose="020B0606020202030204" pitchFamily="34" charset="0"/>
              </a:rPr>
              <a:t>. </a:t>
            </a:r>
          </a:p>
          <a:p>
            <a:pPr marL="171450" indent="-171450">
              <a:buFont typeface="Arial" panose="020B0604020202020204" pitchFamily="34" charset="0"/>
              <a:buChar char="•"/>
            </a:pPr>
            <a:endParaRPr lang="en-SG" b="1" dirty="0">
              <a:solidFill>
                <a:srgbClr val="C00000"/>
              </a:solidFill>
              <a:latin typeface="Arial Narrow" panose="020B0606020202030204" pitchFamily="34" charset="0"/>
            </a:endParaRPr>
          </a:p>
          <a:p>
            <a:pPr marL="171450" indent="-171450">
              <a:buFont typeface="Arial" panose="020B0604020202020204" pitchFamily="34" charset="0"/>
              <a:buChar char="•"/>
            </a:pPr>
            <a:r>
              <a:rPr lang="en-SG" dirty="0">
                <a:latin typeface="Arial Narrow"/>
              </a:rPr>
              <a:t>This 67‑minute reduction allows PTs to see two additional patients, generating an </a:t>
            </a:r>
            <a:r>
              <a:rPr lang="en-SG" b="1" dirty="0">
                <a:solidFill>
                  <a:srgbClr val="FF0000"/>
                </a:solidFill>
                <a:latin typeface="Arial Narrow"/>
              </a:rPr>
              <a:t>estimated additional revenue of $206 </a:t>
            </a:r>
            <a:r>
              <a:rPr lang="en-SG" b="1" dirty="0">
                <a:latin typeface="Arial Narrow"/>
              </a:rPr>
              <a:t>per phone call.</a:t>
            </a:r>
          </a:p>
          <a:p>
            <a:pPr marL="171450" indent="-171450">
              <a:buFont typeface="Arial" panose="020B0604020202020204" pitchFamily="34" charset="0"/>
              <a:buChar char="•"/>
            </a:pPr>
            <a:endParaRPr lang="en-SG" b="1" dirty="0">
              <a:solidFill>
                <a:srgbClr val="FF0000"/>
              </a:solidFill>
              <a:latin typeface="Arial Narrow" panose="020B0606020202030204" pitchFamily="34" charset="0"/>
            </a:endParaRPr>
          </a:p>
          <a:p>
            <a:pPr marL="742950" lvl="1" indent="-285750">
              <a:buFont typeface="Courier New" panose="02070309020205020404" pitchFamily="49" charset="0"/>
              <a:buChar char="o"/>
            </a:pPr>
            <a:r>
              <a:rPr lang="en-SG" dirty="0">
                <a:latin typeface="Arial Narrow" panose="020B0606020202030204" pitchFamily="34" charset="0"/>
              </a:rPr>
              <a:t>With an average of 5 ED calls per day that requires PT review, estimated additional revenue:</a:t>
            </a:r>
          </a:p>
          <a:p>
            <a:pPr marL="1200150" lvl="2" indent="-285750">
              <a:buFont typeface="Wingdings" panose="05000000000000000000" pitchFamily="2" charset="2"/>
              <a:buChar char="Ø"/>
            </a:pPr>
            <a:r>
              <a:rPr lang="en-SG" dirty="0">
                <a:latin typeface="Arial Narrow" panose="020B0606020202030204" pitchFamily="34" charset="0"/>
              </a:rPr>
              <a:t>$206 x 5= </a:t>
            </a:r>
            <a:r>
              <a:rPr lang="en-SG" dirty="0">
                <a:solidFill>
                  <a:srgbClr val="FF0000"/>
                </a:solidFill>
                <a:latin typeface="Arial Narrow" panose="020B0606020202030204" pitchFamily="34" charset="0"/>
              </a:rPr>
              <a:t>$1030 </a:t>
            </a:r>
            <a:r>
              <a:rPr lang="en-SG" dirty="0">
                <a:latin typeface="Arial Narrow" panose="020B0606020202030204" pitchFamily="34" charset="0"/>
              </a:rPr>
              <a:t>per day</a:t>
            </a:r>
          </a:p>
          <a:p>
            <a:pPr marL="1200150" lvl="2" indent="-285750">
              <a:buFont typeface="Wingdings" panose="05000000000000000000" pitchFamily="2" charset="2"/>
              <a:buChar char="Ø"/>
            </a:pPr>
            <a:r>
              <a:rPr lang="en-SG" dirty="0">
                <a:latin typeface="Arial Narrow" panose="020B0606020202030204" pitchFamily="34" charset="0"/>
              </a:rPr>
              <a:t>Potential revenue </a:t>
            </a:r>
            <a:r>
              <a:rPr lang="en-SG" b="1" u="sng" dirty="0">
                <a:latin typeface="Arial Narrow" panose="020B0606020202030204" pitchFamily="34" charset="0"/>
              </a:rPr>
              <a:t>per month</a:t>
            </a:r>
            <a:r>
              <a:rPr lang="en-SG" dirty="0">
                <a:latin typeface="Arial Narrow" panose="020B0606020202030204" pitchFamily="34" charset="0"/>
              </a:rPr>
              <a:t>: $1030x 20= </a:t>
            </a:r>
            <a:r>
              <a:rPr lang="en-SG" dirty="0">
                <a:solidFill>
                  <a:srgbClr val="FF0000"/>
                </a:solidFill>
                <a:latin typeface="Arial Narrow" panose="020B0606020202030204" pitchFamily="34" charset="0"/>
              </a:rPr>
              <a:t>$20, 600</a:t>
            </a:r>
          </a:p>
          <a:p>
            <a:pPr marL="1200150" lvl="2" indent="-285750">
              <a:buFont typeface="Wingdings" panose="05000000000000000000" pitchFamily="2" charset="2"/>
              <a:buChar char="Ø"/>
            </a:pPr>
            <a:r>
              <a:rPr lang="en-SG" dirty="0">
                <a:latin typeface="Arial Narrow" panose="020B0606020202030204" pitchFamily="34" charset="0"/>
              </a:rPr>
              <a:t>Potential revenue </a:t>
            </a:r>
            <a:r>
              <a:rPr lang="en-SG" b="1" u="sng" dirty="0">
                <a:latin typeface="Arial Narrow" panose="020B0606020202030204" pitchFamily="34" charset="0"/>
              </a:rPr>
              <a:t>per year</a:t>
            </a:r>
            <a:r>
              <a:rPr lang="en-SG" dirty="0">
                <a:latin typeface="Arial Narrow" panose="020B0606020202030204" pitchFamily="34" charset="0"/>
              </a:rPr>
              <a:t>: $20,600 x 12= </a:t>
            </a:r>
            <a:r>
              <a:rPr lang="en-SG" dirty="0">
                <a:solidFill>
                  <a:srgbClr val="FF0000"/>
                </a:solidFill>
                <a:latin typeface="Arial Narrow" panose="020B0606020202030204" pitchFamily="34" charset="0"/>
              </a:rPr>
              <a:t>$ 247,200</a:t>
            </a:r>
          </a:p>
          <a:p>
            <a:pPr marL="171450" indent="-171450">
              <a:buFont typeface="Arial" panose="020B0604020202020204" pitchFamily="34" charset="0"/>
              <a:buChar char="•"/>
            </a:pPr>
            <a:endParaRPr lang="en-SG" dirty="0">
              <a:latin typeface="Arial Narrow" panose="020B0606020202030204" pitchFamily="34" charset="0"/>
            </a:endParaRPr>
          </a:p>
          <a:p>
            <a:pPr marL="171450" indent="-171450">
              <a:buFont typeface="Arial" panose="020B0604020202020204" pitchFamily="34" charset="0"/>
              <a:buChar char="•"/>
            </a:pPr>
            <a:endParaRPr lang="en-SG" dirty="0">
              <a:latin typeface="Arial Narrow" panose="020B0606020202030204" pitchFamily="34" charset="0"/>
            </a:endParaRPr>
          </a:p>
          <a:p>
            <a:pPr marL="171450" indent="-171450">
              <a:buFont typeface="Arial" panose="020B0604020202020204" pitchFamily="34" charset="0"/>
              <a:buChar char="•"/>
            </a:pPr>
            <a:r>
              <a:rPr lang="en-SG" dirty="0">
                <a:latin typeface="Arial Narrow" panose="020B0606020202030204" pitchFamily="34" charset="0"/>
              </a:rPr>
              <a:t>This new workflow demonstrates how improving work processes can yield substantial benefits. </a:t>
            </a:r>
            <a:endParaRPr lang="en-SG" b="1" dirty="0">
              <a:latin typeface="Arial Narrow" panose="020B0606020202030204" pitchFamily="34" charset="0"/>
            </a:endParaRPr>
          </a:p>
          <a:p>
            <a:pPr marL="171450" indent="-171450">
              <a:buFont typeface="Arial" panose="020B0604020202020204" pitchFamily="34" charset="0"/>
              <a:buChar char="•"/>
            </a:pPr>
            <a:endParaRPr lang="en-SG" sz="1200" dirty="0">
              <a:latin typeface="Arial Narrow" panose="020B0606020202030204" pitchFamily="34" charset="0"/>
            </a:endParaRPr>
          </a:p>
          <a:p>
            <a:pPr marL="171450" indent="-171450">
              <a:buFont typeface="Arial" panose="020B0604020202020204" pitchFamily="34" charset="0"/>
              <a:buChar char="•"/>
            </a:pPr>
            <a:endParaRPr lang="en-SG" sz="1200" dirty="0">
              <a:latin typeface="Arial Narrow" panose="020B0606020202030204" pitchFamily="34" charset="0"/>
            </a:endParaRPr>
          </a:p>
        </p:txBody>
      </p:sp>
    </p:spTree>
    <p:extLst>
      <p:ext uri="{BB962C8B-B14F-4D97-AF65-F5344CB8AC3E}">
        <p14:creationId xmlns:p14="http://schemas.microsoft.com/office/powerpoint/2010/main" val="507280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1000" fill="hold"/>
                                        <p:tgtEl>
                                          <p:spTgt spid="47"/>
                                        </p:tgtEl>
                                        <p:attrNameLst>
                                          <p:attrName>ppt_x</p:attrName>
                                        </p:attrNameLst>
                                      </p:cBhvr>
                                      <p:tavLst>
                                        <p:tav tm="0">
                                          <p:val>
                                            <p:strVal val="0-#ppt_w/2"/>
                                          </p:val>
                                        </p:tav>
                                        <p:tav tm="100000">
                                          <p:val>
                                            <p:strVal val="#ppt_x"/>
                                          </p:val>
                                        </p:tav>
                                      </p:tavLst>
                                    </p:anim>
                                    <p:anim calcmode="lin" valueType="num">
                                      <p:cBhvr additive="base">
                                        <p:cTn id="8" dur="1000" fill="hold"/>
                                        <p:tgtEl>
                                          <p:spTgt spid="47"/>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1000" fill="hold"/>
                                        <p:tgtEl>
                                          <p:spTgt spid="48"/>
                                        </p:tgtEl>
                                        <p:attrNameLst>
                                          <p:attrName>ppt_x</p:attrName>
                                        </p:attrNameLst>
                                      </p:cBhvr>
                                      <p:tavLst>
                                        <p:tav tm="0">
                                          <p:val>
                                            <p:strVal val="1+#ppt_w/2"/>
                                          </p:val>
                                        </p:tav>
                                        <p:tav tm="100000">
                                          <p:val>
                                            <p:strVal val="#ppt_x"/>
                                          </p:val>
                                        </p:tav>
                                      </p:tavLst>
                                    </p:anim>
                                    <p:anim calcmode="lin" valueType="num">
                                      <p:cBhvr additive="base">
                                        <p:cTn id="12" dur="1000" fill="hold"/>
                                        <p:tgtEl>
                                          <p:spTgt spid="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hidden="1"/>
          <p:cNvSpPr>
            <a:spLocks noGrp="1"/>
          </p:cNvSpPr>
          <p:nvPr>
            <p:ph type="title"/>
          </p:nvPr>
        </p:nvSpPr>
        <p:spPr>
          <a:xfrm>
            <a:off x="611028" y="1114096"/>
            <a:ext cx="10969943" cy="944561"/>
          </a:xfrm>
        </p:spPr>
        <p:txBody>
          <a:bodyPr/>
          <a:lstStyle/>
          <a:p>
            <a:r>
              <a:rPr lang="en-US"/>
              <a:t>Sample 5</a:t>
            </a:r>
          </a:p>
        </p:txBody>
      </p:sp>
      <p:sp>
        <p:nvSpPr>
          <p:cNvPr id="88" name="TextBox 87"/>
          <p:cNvSpPr txBox="1"/>
          <p:nvPr/>
        </p:nvSpPr>
        <p:spPr>
          <a:xfrm>
            <a:off x="352697" y="64109"/>
            <a:ext cx="11839302" cy="784830"/>
          </a:xfrm>
          <a:prstGeom prst="rect">
            <a:avLst/>
          </a:prstGeom>
          <a:noFill/>
        </p:spPr>
        <p:txBody>
          <a:bodyPr wrap="square" rtlCol="0">
            <a:spAutoFit/>
          </a:bodyPr>
          <a:lstStyle/>
          <a:p>
            <a:pPr>
              <a:lnSpc>
                <a:spcPct val="150000"/>
              </a:lnSpc>
            </a:pPr>
            <a:r>
              <a:rPr lang="en-US" sz="3000" b="1">
                <a:solidFill>
                  <a:schemeClr val="tx1">
                    <a:lumMod val="85000"/>
                    <a:lumOff val="15000"/>
                  </a:schemeClr>
                </a:solidFill>
                <a:latin typeface="Arial Black" charset="0"/>
                <a:ea typeface="Arial Black" charset="0"/>
                <a:cs typeface="Arial Black" charset="0"/>
              </a:rPr>
              <a:t>F. Strategy for Spreading/ Sustaining (</a:t>
            </a:r>
            <a:r>
              <a:rPr lang="en-US" sz="3000" b="1">
                <a:solidFill>
                  <a:srgbClr val="0070C0"/>
                </a:solidFill>
                <a:latin typeface="Arial Black" charset="0"/>
                <a:ea typeface="Arial Black" charset="0"/>
                <a:cs typeface="Arial Black" charset="0"/>
              </a:rPr>
              <a:t>A</a:t>
            </a:r>
            <a:r>
              <a:rPr lang="en-US" sz="3000" b="1">
                <a:solidFill>
                  <a:schemeClr val="tx1">
                    <a:lumMod val="85000"/>
                    <a:lumOff val="15000"/>
                  </a:schemeClr>
                </a:solidFill>
                <a:latin typeface="Arial Black" charset="0"/>
                <a:ea typeface="Arial Black" charset="0"/>
                <a:cs typeface="Arial Black" charset="0"/>
              </a:rPr>
              <a:t>CT)</a:t>
            </a:r>
            <a:endParaRPr lang="en-US" sz="1600">
              <a:solidFill>
                <a:schemeClr val="tx1">
                  <a:lumMod val="85000"/>
                  <a:lumOff val="15000"/>
                </a:schemeClr>
              </a:solidFill>
              <a:latin typeface="Arial" charset="0"/>
              <a:ea typeface="Arial" charset="0"/>
              <a:cs typeface="Arial" charset="0"/>
            </a:endParaRPr>
          </a:p>
        </p:txBody>
      </p:sp>
      <p:cxnSp>
        <p:nvCxnSpPr>
          <p:cNvPr id="89" name="Straight Connector 88">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49" name="Group 19">
            <a:extLst>
              <a:ext uri="{C183D7F6-B498-43B3-948B-1728B52AA6E4}">
                <adec:decorative xmlns:adec="http://schemas.microsoft.com/office/drawing/2017/decorative" val="1"/>
              </a:ext>
            </a:extLst>
          </p:cNvPr>
          <p:cNvGrpSpPr/>
          <p:nvPr/>
        </p:nvGrpSpPr>
        <p:grpSpPr>
          <a:xfrm rot="10800000">
            <a:off x="1411509" y="2736572"/>
            <a:ext cx="1828273" cy="433869"/>
            <a:chOff x="6069552" y="4235708"/>
            <a:chExt cx="1420440" cy="337086"/>
          </a:xfrm>
        </p:grpSpPr>
        <p:cxnSp>
          <p:nvCxnSpPr>
            <p:cNvPr id="50" name="Straight Connector 49"/>
            <p:cNvCxnSpPr/>
            <p:nvPr/>
          </p:nvCxnSpPr>
          <p:spPr>
            <a:xfrm rot="10800000" flipH="1">
              <a:off x="6069552" y="4567643"/>
              <a:ext cx="1420440" cy="0"/>
            </a:xfrm>
            <a:prstGeom prst="line">
              <a:avLst/>
            </a:prstGeom>
            <a:ln w="12700" cap="flat" cmpd="sng" algn="ctr">
              <a:solidFill>
                <a:schemeClr val="bg1"/>
              </a:solidFill>
              <a:prstDash val="dot"/>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1" name="Straight Connector 50"/>
            <p:cNvCxnSpPr/>
            <p:nvPr/>
          </p:nvCxnSpPr>
          <p:spPr>
            <a:xfrm rot="5400000">
              <a:off x="6644074" y="4403457"/>
              <a:ext cx="337086" cy="1588"/>
            </a:xfrm>
            <a:prstGeom prst="line">
              <a:avLst/>
            </a:prstGeom>
            <a:ln w="12700" cap="flat" cmpd="sng" algn="ctr">
              <a:solidFill>
                <a:schemeClr val="bg1"/>
              </a:solidFill>
              <a:prstDash val="solid"/>
              <a:round/>
              <a:headEnd type="oval"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55" name="Group 19">
            <a:extLst>
              <a:ext uri="{C183D7F6-B498-43B3-948B-1728B52AA6E4}">
                <adec:decorative xmlns:adec="http://schemas.microsoft.com/office/drawing/2017/decorative" val="1"/>
              </a:ext>
            </a:extLst>
          </p:cNvPr>
          <p:cNvGrpSpPr/>
          <p:nvPr/>
        </p:nvGrpSpPr>
        <p:grpSpPr>
          <a:xfrm>
            <a:off x="2282348" y="4822995"/>
            <a:ext cx="1816953" cy="433869"/>
            <a:chOff x="7347593" y="4235708"/>
            <a:chExt cx="1411645" cy="337086"/>
          </a:xfrm>
        </p:grpSpPr>
        <p:cxnSp>
          <p:nvCxnSpPr>
            <p:cNvPr id="56" name="Straight Connector 55"/>
            <p:cNvCxnSpPr/>
            <p:nvPr/>
          </p:nvCxnSpPr>
          <p:spPr>
            <a:xfrm>
              <a:off x="7347593" y="4572000"/>
              <a:ext cx="1411645" cy="0"/>
            </a:xfrm>
            <a:prstGeom prst="line">
              <a:avLst/>
            </a:prstGeom>
            <a:ln w="12700" cap="flat" cmpd="sng" algn="ctr">
              <a:solidFill>
                <a:schemeClr val="bg1"/>
              </a:solidFill>
              <a:prstDash val="dot"/>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7" name="Straight Connector 56"/>
            <p:cNvCxnSpPr/>
            <p:nvPr/>
          </p:nvCxnSpPr>
          <p:spPr>
            <a:xfrm rot="5400000">
              <a:off x="7743514" y="4403457"/>
              <a:ext cx="337086" cy="1588"/>
            </a:xfrm>
            <a:prstGeom prst="line">
              <a:avLst/>
            </a:prstGeom>
            <a:ln w="12700" cap="flat" cmpd="sng" algn="ctr">
              <a:solidFill>
                <a:schemeClr val="bg1"/>
              </a:solidFill>
              <a:prstDash val="solid"/>
              <a:round/>
              <a:headEnd type="oval"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61" name="Group 19">
            <a:extLst>
              <a:ext uri="{C183D7F6-B498-43B3-948B-1728B52AA6E4}">
                <adec:decorative xmlns:adec="http://schemas.microsoft.com/office/drawing/2017/decorative" val="1"/>
              </a:ext>
            </a:extLst>
          </p:cNvPr>
          <p:cNvGrpSpPr/>
          <p:nvPr/>
        </p:nvGrpSpPr>
        <p:grpSpPr>
          <a:xfrm rot="10800000">
            <a:off x="3660450" y="2736571"/>
            <a:ext cx="1816951" cy="433869"/>
            <a:chOff x="6236081" y="4235708"/>
            <a:chExt cx="1411644" cy="337086"/>
          </a:xfrm>
        </p:grpSpPr>
        <p:cxnSp>
          <p:nvCxnSpPr>
            <p:cNvPr id="62" name="Straight Connector 61"/>
            <p:cNvCxnSpPr/>
            <p:nvPr/>
          </p:nvCxnSpPr>
          <p:spPr>
            <a:xfrm rot="10800000" flipH="1">
              <a:off x="6236081" y="4572000"/>
              <a:ext cx="1411644" cy="0"/>
            </a:xfrm>
            <a:prstGeom prst="line">
              <a:avLst/>
            </a:prstGeom>
            <a:ln w="12700" cap="flat" cmpd="sng" algn="ctr">
              <a:solidFill>
                <a:schemeClr val="bg1"/>
              </a:solidFill>
              <a:prstDash val="dot"/>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3" name="Straight Connector 62"/>
            <p:cNvCxnSpPr/>
            <p:nvPr/>
          </p:nvCxnSpPr>
          <p:spPr>
            <a:xfrm rot="5400000">
              <a:off x="6997420" y="4403457"/>
              <a:ext cx="337086" cy="1588"/>
            </a:xfrm>
            <a:prstGeom prst="line">
              <a:avLst/>
            </a:prstGeom>
            <a:ln w="12700" cap="flat" cmpd="sng" algn="ctr">
              <a:solidFill>
                <a:schemeClr val="bg1"/>
              </a:solidFill>
              <a:prstDash val="solid"/>
              <a:round/>
              <a:headEnd type="oval"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67" name="Group 19">
            <a:extLst>
              <a:ext uri="{C183D7F6-B498-43B3-948B-1728B52AA6E4}">
                <adec:decorative xmlns:adec="http://schemas.microsoft.com/office/drawing/2017/decorative" val="1"/>
              </a:ext>
            </a:extLst>
          </p:cNvPr>
          <p:cNvGrpSpPr/>
          <p:nvPr/>
        </p:nvGrpSpPr>
        <p:grpSpPr>
          <a:xfrm>
            <a:off x="4531288" y="4822997"/>
            <a:ext cx="1816952" cy="439673"/>
            <a:chOff x="6959549" y="4235708"/>
            <a:chExt cx="1411644" cy="341595"/>
          </a:xfrm>
        </p:grpSpPr>
        <p:cxnSp>
          <p:nvCxnSpPr>
            <p:cNvPr id="68" name="Straight Connector 67"/>
            <p:cNvCxnSpPr/>
            <p:nvPr/>
          </p:nvCxnSpPr>
          <p:spPr>
            <a:xfrm>
              <a:off x="6959549" y="4577303"/>
              <a:ext cx="1411644" cy="0"/>
            </a:xfrm>
            <a:prstGeom prst="line">
              <a:avLst/>
            </a:prstGeom>
            <a:ln w="12700" cap="flat" cmpd="sng" algn="ctr">
              <a:solidFill>
                <a:schemeClr val="bg1"/>
              </a:solidFill>
              <a:prstDash val="dot"/>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9" name="Straight Connector 68"/>
            <p:cNvCxnSpPr/>
            <p:nvPr/>
          </p:nvCxnSpPr>
          <p:spPr>
            <a:xfrm rot="5400000">
              <a:off x="7325060" y="4403457"/>
              <a:ext cx="337086" cy="1588"/>
            </a:xfrm>
            <a:prstGeom prst="line">
              <a:avLst/>
            </a:prstGeom>
            <a:ln w="12700" cap="flat" cmpd="sng" algn="ctr">
              <a:solidFill>
                <a:schemeClr val="bg1"/>
              </a:solidFill>
              <a:prstDash val="solid"/>
              <a:round/>
              <a:headEnd type="oval"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73" name="Group 19">
            <a:extLst>
              <a:ext uri="{C183D7F6-B498-43B3-948B-1728B52AA6E4}">
                <adec:decorative xmlns:adec="http://schemas.microsoft.com/office/drawing/2017/decorative" val="1"/>
              </a:ext>
            </a:extLst>
          </p:cNvPr>
          <p:cNvGrpSpPr/>
          <p:nvPr/>
        </p:nvGrpSpPr>
        <p:grpSpPr>
          <a:xfrm rot="10800000">
            <a:off x="5909390" y="2736571"/>
            <a:ext cx="1816951" cy="433869"/>
            <a:chOff x="6393812" y="4235708"/>
            <a:chExt cx="1411644" cy="337086"/>
          </a:xfrm>
        </p:grpSpPr>
        <p:cxnSp>
          <p:nvCxnSpPr>
            <p:cNvPr id="74" name="Straight Connector 73"/>
            <p:cNvCxnSpPr/>
            <p:nvPr/>
          </p:nvCxnSpPr>
          <p:spPr>
            <a:xfrm rot="10800000" flipH="1">
              <a:off x="6393812" y="4572000"/>
              <a:ext cx="1411644" cy="0"/>
            </a:xfrm>
            <a:prstGeom prst="line">
              <a:avLst/>
            </a:prstGeom>
            <a:ln w="12700" cap="flat" cmpd="sng" algn="ctr">
              <a:solidFill>
                <a:schemeClr val="bg1"/>
              </a:solidFill>
              <a:prstDash val="dot"/>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0" name="Straight Connector 79"/>
            <p:cNvCxnSpPr/>
            <p:nvPr/>
          </p:nvCxnSpPr>
          <p:spPr>
            <a:xfrm rot="5400000">
              <a:off x="7195619" y="4403457"/>
              <a:ext cx="337086" cy="1588"/>
            </a:xfrm>
            <a:prstGeom prst="line">
              <a:avLst/>
            </a:prstGeom>
            <a:ln w="12700" cap="flat" cmpd="sng" algn="ctr">
              <a:solidFill>
                <a:schemeClr val="bg1"/>
              </a:solidFill>
              <a:prstDash val="solid"/>
              <a:round/>
              <a:headEnd type="oval"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84" name="Group 19">
            <a:extLst>
              <a:ext uri="{C183D7F6-B498-43B3-948B-1728B52AA6E4}">
                <adec:decorative xmlns:adec="http://schemas.microsoft.com/office/drawing/2017/decorative" val="1"/>
              </a:ext>
            </a:extLst>
          </p:cNvPr>
          <p:cNvGrpSpPr/>
          <p:nvPr/>
        </p:nvGrpSpPr>
        <p:grpSpPr>
          <a:xfrm>
            <a:off x="6780227" y="4822989"/>
            <a:ext cx="1816952" cy="439676"/>
            <a:chOff x="6717378" y="4235708"/>
            <a:chExt cx="1392999" cy="337086"/>
          </a:xfrm>
        </p:grpSpPr>
        <p:cxnSp>
          <p:nvCxnSpPr>
            <p:cNvPr id="85" name="Straight Connector 84"/>
            <p:cNvCxnSpPr/>
            <p:nvPr/>
          </p:nvCxnSpPr>
          <p:spPr>
            <a:xfrm>
              <a:off x="6717378" y="4572000"/>
              <a:ext cx="1392999" cy="0"/>
            </a:xfrm>
            <a:prstGeom prst="line">
              <a:avLst/>
            </a:prstGeom>
            <a:ln w="12700" cap="flat" cmpd="sng" algn="ctr">
              <a:solidFill>
                <a:schemeClr val="bg1"/>
              </a:solidFill>
              <a:prstDash val="dot"/>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rot="5400000">
              <a:off x="7339507" y="4403457"/>
              <a:ext cx="337086" cy="1588"/>
            </a:xfrm>
            <a:prstGeom prst="line">
              <a:avLst/>
            </a:prstGeom>
            <a:ln w="12700" cap="flat" cmpd="sng" algn="ctr">
              <a:solidFill>
                <a:schemeClr val="bg1"/>
              </a:solidFill>
              <a:prstDash val="solid"/>
              <a:round/>
              <a:headEnd type="oval"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90" name="Group 19">
            <a:extLst>
              <a:ext uri="{C183D7F6-B498-43B3-948B-1728B52AA6E4}">
                <adec:decorative xmlns:adec="http://schemas.microsoft.com/office/drawing/2017/decorative" val="1"/>
              </a:ext>
            </a:extLst>
          </p:cNvPr>
          <p:cNvGrpSpPr/>
          <p:nvPr/>
        </p:nvGrpSpPr>
        <p:grpSpPr>
          <a:xfrm rot="10800000">
            <a:off x="8158323" y="2736571"/>
            <a:ext cx="1816954" cy="433869"/>
            <a:chOff x="6720872" y="4235708"/>
            <a:chExt cx="1411645" cy="337086"/>
          </a:xfrm>
        </p:grpSpPr>
        <p:cxnSp>
          <p:nvCxnSpPr>
            <p:cNvPr id="91" name="Straight Connector 90"/>
            <p:cNvCxnSpPr/>
            <p:nvPr/>
          </p:nvCxnSpPr>
          <p:spPr>
            <a:xfrm rot="10800000" flipH="1">
              <a:off x="6720872" y="4572000"/>
              <a:ext cx="1411645" cy="0"/>
            </a:xfrm>
            <a:prstGeom prst="line">
              <a:avLst/>
            </a:prstGeom>
            <a:ln w="12700" cap="flat" cmpd="sng" algn="ctr">
              <a:solidFill>
                <a:schemeClr val="bg1"/>
              </a:solidFill>
              <a:prstDash val="dot"/>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2" name="Straight Connector 91"/>
            <p:cNvCxnSpPr/>
            <p:nvPr/>
          </p:nvCxnSpPr>
          <p:spPr>
            <a:xfrm rot="5400000">
              <a:off x="7234487" y="4403457"/>
              <a:ext cx="337086" cy="1588"/>
            </a:xfrm>
            <a:prstGeom prst="line">
              <a:avLst/>
            </a:prstGeom>
            <a:ln w="12700" cap="flat" cmpd="sng" algn="ctr">
              <a:solidFill>
                <a:schemeClr val="bg1"/>
              </a:solidFill>
              <a:prstDash val="solid"/>
              <a:round/>
              <a:headEnd type="oval"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96" name="Group 19">
            <a:extLst>
              <a:ext uri="{C183D7F6-B498-43B3-948B-1728B52AA6E4}">
                <adec:decorative xmlns:adec="http://schemas.microsoft.com/office/drawing/2017/decorative" val="1"/>
              </a:ext>
            </a:extLst>
          </p:cNvPr>
          <p:cNvGrpSpPr/>
          <p:nvPr/>
        </p:nvGrpSpPr>
        <p:grpSpPr>
          <a:xfrm>
            <a:off x="9029168" y="4822994"/>
            <a:ext cx="1816952" cy="434891"/>
            <a:chOff x="6408732" y="4235708"/>
            <a:chExt cx="1411644" cy="337880"/>
          </a:xfrm>
        </p:grpSpPr>
        <p:cxnSp>
          <p:nvCxnSpPr>
            <p:cNvPr id="98" name="Straight Connector 97"/>
            <p:cNvCxnSpPr/>
            <p:nvPr/>
          </p:nvCxnSpPr>
          <p:spPr>
            <a:xfrm>
              <a:off x="6408732" y="4573588"/>
              <a:ext cx="1411644" cy="0"/>
            </a:xfrm>
            <a:prstGeom prst="line">
              <a:avLst/>
            </a:prstGeom>
            <a:ln w="12700" cap="flat" cmpd="sng" algn="ctr">
              <a:solidFill>
                <a:schemeClr val="bg1"/>
              </a:solidFill>
              <a:prstDash val="dot"/>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9" name="Straight Connector 98"/>
            <p:cNvCxnSpPr/>
            <p:nvPr/>
          </p:nvCxnSpPr>
          <p:spPr>
            <a:xfrm rot="5400000">
              <a:off x="7127839" y="4403457"/>
              <a:ext cx="337086" cy="1588"/>
            </a:xfrm>
            <a:prstGeom prst="line">
              <a:avLst/>
            </a:prstGeom>
            <a:ln w="12700" cap="flat" cmpd="sng" algn="ctr">
              <a:solidFill>
                <a:schemeClr val="bg1"/>
              </a:solidFill>
              <a:prstDash val="solid"/>
              <a:round/>
              <a:headEnd type="oval"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30" name="Group 29" descr="Timeline shapes group.">
            <a:extLst>
              <a:ext uri="{C183D7F6-B498-43B3-948B-1728B52AA6E4}">
                <adec:decorative xmlns:adec="http://schemas.microsoft.com/office/drawing/2017/decorative" val="0"/>
              </a:ext>
            </a:extLst>
          </p:cNvPr>
          <p:cNvGrpSpPr/>
          <p:nvPr/>
        </p:nvGrpSpPr>
        <p:grpSpPr>
          <a:xfrm>
            <a:off x="1044967" y="3358150"/>
            <a:ext cx="10102069" cy="1275020"/>
            <a:chOff x="1043378" y="3358150"/>
            <a:chExt cx="10102069" cy="1275020"/>
          </a:xfrm>
        </p:grpSpPr>
        <p:sp>
          <p:nvSpPr>
            <p:cNvPr id="46" name="Trapezoid 45">
              <a:extLst>
                <a:ext uri="{C183D7F6-B498-43B3-948B-1728B52AA6E4}">
                  <adec:decorative xmlns:adec="http://schemas.microsoft.com/office/drawing/2017/decorative" val="1"/>
                </a:ext>
              </a:extLst>
            </p:cNvPr>
            <p:cNvSpPr/>
            <p:nvPr/>
          </p:nvSpPr>
          <p:spPr>
            <a:xfrm>
              <a:off x="1631848" y="3358150"/>
              <a:ext cx="1275018" cy="632060"/>
            </a:xfrm>
            <a:prstGeom prst="trapezoid">
              <a:avLst/>
            </a:prstGeom>
            <a:gradFill flip="none" rotWithShape="1">
              <a:gsLst>
                <a:gs pos="11000">
                  <a:srgbClr val="FF000F"/>
                </a:gs>
                <a:gs pos="87000">
                  <a:srgbClr val="FF7A10"/>
                </a:gs>
              </a:gsLst>
              <a:lin ang="2700000" scaled="1"/>
              <a:tileRect/>
            </a:gra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Trapezoid 51">
              <a:extLst>
                <a:ext uri="{C183D7F6-B498-43B3-948B-1728B52AA6E4}">
                  <adec:decorative xmlns:adec="http://schemas.microsoft.com/office/drawing/2017/decorative" val="1"/>
                </a:ext>
              </a:extLst>
            </p:cNvPr>
            <p:cNvSpPr/>
            <p:nvPr/>
          </p:nvSpPr>
          <p:spPr>
            <a:xfrm rot="10800000">
              <a:off x="2318396" y="4001110"/>
              <a:ext cx="1316436" cy="632060"/>
            </a:xfrm>
            <a:prstGeom prst="trapezoid">
              <a:avLst/>
            </a:prstGeom>
            <a:gradFill flip="none" rotWithShape="1">
              <a:gsLst>
                <a:gs pos="100000">
                  <a:srgbClr val="FFB200"/>
                </a:gs>
                <a:gs pos="56000">
                  <a:srgbClr val="FF7A10"/>
                </a:gs>
              </a:gsLst>
              <a:lin ang="8100000" scaled="1"/>
              <a:tileRect/>
            </a:gra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Trapezoid 57">
              <a:extLst>
                <a:ext uri="{C183D7F6-B498-43B3-948B-1728B52AA6E4}">
                  <adec:decorative xmlns:adec="http://schemas.microsoft.com/office/drawing/2017/decorative" val="1"/>
                </a:ext>
              </a:extLst>
            </p:cNvPr>
            <p:cNvSpPr/>
            <p:nvPr/>
          </p:nvSpPr>
          <p:spPr>
            <a:xfrm>
              <a:off x="3397259" y="3358150"/>
              <a:ext cx="1765410" cy="632060"/>
            </a:xfrm>
            <a:prstGeom prst="trapezoid">
              <a:avLst/>
            </a:prstGeom>
            <a:gradFill flip="none" rotWithShape="1">
              <a:gsLst>
                <a:gs pos="46000">
                  <a:srgbClr val="FFB200"/>
                </a:gs>
                <a:gs pos="0">
                  <a:srgbClr val="92D050"/>
                </a:gs>
              </a:gsLst>
              <a:lin ang="13500000" scaled="1"/>
              <a:tileRect/>
            </a:gra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 name="Trapezoid 63">
              <a:extLst>
                <a:ext uri="{C183D7F6-B498-43B3-948B-1728B52AA6E4}">
                  <adec:decorative xmlns:adec="http://schemas.microsoft.com/office/drawing/2017/decorative" val="1"/>
                </a:ext>
              </a:extLst>
            </p:cNvPr>
            <p:cNvSpPr/>
            <p:nvPr/>
          </p:nvSpPr>
          <p:spPr>
            <a:xfrm rot="10800000">
              <a:off x="4901115" y="4001110"/>
              <a:ext cx="645471" cy="632060"/>
            </a:xfrm>
            <a:prstGeom prst="trapezoid">
              <a:avLst/>
            </a:prstGeom>
            <a:gradFill flip="none" rotWithShape="1">
              <a:gsLst>
                <a:gs pos="100000">
                  <a:srgbClr val="00C7D2"/>
                </a:gs>
                <a:gs pos="64000">
                  <a:srgbClr val="92D050"/>
                </a:gs>
              </a:gsLst>
              <a:lin ang="8100000" scaled="1"/>
              <a:tileRect/>
            </a:gra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Trapezoid 69">
              <a:extLst>
                <a:ext uri="{C183D7F6-B498-43B3-948B-1728B52AA6E4}">
                  <adec:decorative xmlns:adec="http://schemas.microsoft.com/office/drawing/2017/decorative" val="1"/>
                </a:ext>
              </a:extLst>
            </p:cNvPr>
            <p:cNvSpPr/>
            <p:nvPr/>
          </p:nvSpPr>
          <p:spPr>
            <a:xfrm>
              <a:off x="5456904" y="3358150"/>
              <a:ext cx="2059645" cy="632060"/>
            </a:xfrm>
            <a:prstGeom prst="trapezoid">
              <a:avLst/>
            </a:prstGeom>
            <a:gradFill flip="none" rotWithShape="1">
              <a:gsLst>
                <a:gs pos="42000">
                  <a:srgbClr val="00C7D2"/>
                </a:gs>
                <a:gs pos="0">
                  <a:srgbClr val="0096E5"/>
                </a:gs>
              </a:gsLst>
              <a:lin ang="13500000" scaled="1"/>
              <a:tileRect/>
            </a:gra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 name="Trapezoid 80">
              <a:extLst>
                <a:ext uri="{C183D7F6-B498-43B3-948B-1728B52AA6E4}">
                  <adec:decorative xmlns:adec="http://schemas.microsoft.com/office/drawing/2017/decorative" val="1"/>
                </a:ext>
              </a:extLst>
            </p:cNvPr>
            <p:cNvSpPr/>
            <p:nvPr/>
          </p:nvSpPr>
          <p:spPr>
            <a:xfrm rot="10800000">
              <a:off x="6724871" y="4001110"/>
              <a:ext cx="2164772" cy="632060"/>
            </a:xfrm>
            <a:prstGeom prst="trapezoid">
              <a:avLst/>
            </a:prstGeom>
            <a:gradFill flip="none" rotWithShape="1">
              <a:gsLst>
                <a:gs pos="100000">
                  <a:srgbClr val="B65BDE"/>
                </a:gs>
                <a:gs pos="53000">
                  <a:srgbClr val="0096E5"/>
                </a:gs>
              </a:gsLst>
              <a:lin ang="8100000" scaled="1"/>
              <a:tileRect/>
            </a:gra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 name="Trapezoid 86">
              <a:extLst>
                <a:ext uri="{C183D7F6-B498-43B3-948B-1728B52AA6E4}">
                  <adec:decorative xmlns:adec="http://schemas.microsoft.com/office/drawing/2017/decorative" val="1"/>
                </a:ext>
              </a:extLst>
            </p:cNvPr>
            <p:cNvSpPr/>
            <p:nvPr/>
          </p:nvSpPr>
          <p:spPr>
            <a:xfrm>
              <a:off x="8405479" y="3375903"/>
              <a:ext cx="1373097" cy="632060"/>
            </a:xfrm>
            <a:prstGeom prst="trapezoid">
              <a:avLst/>
            </a:prstGeom>
            <a:gradFill flip="none" rotWithShape="1">
              <a:gsLst>
                <a:gs pos="62000">
                  <a:srgbClr val="B65BDE"/>
                </a:gs>
                <a:gs pos="100000">
                  <a:srgbClr val="FF96E5"/>
                </a:gs>
              </a:gsLst>
              <a:lin ang="2700000" scaled="1"/>
              <a:tileRect/>
            </a:gra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 name="Trapezoid 92">
              <a:extLst>
                <a:ext uri="{C183D7F6-B498-43B3-948B-1728B52AA6E4}">
                  <adec:decorative xmlns:adec="http://schemas.microsoft.com/office/drawing/2017/decorative" val="1"/>
                </a:ext>
              </a:extLst>
            </p:cNvPr>
            <p:cNvSpPr/>
            <p:nvPr/>
          </p:nvSpPr>
          <p:spPr>
            <a:xfrm rot="10800000">
              <a:off x="9443346" y="4001110"/>
              <a:ext cx="1407865" cy="632060"/>
            </a:xfrm>
            <a:prstGeom prst="trapezoid">
              <a:avLst/>
            </a:prstGeom>
            <a:gradFill flip="none" rotWithShape="1">
              <a:gsLst>
                <a:gs pos="0">
                  <a:srgbClr val="FF6979"/>
                </a:gs>
                <a:gs pos="39000">
                  <a:srgbClr val="FF96E5"/>
                </a:gs>
              </a:gsLst>
              <a:lin ang="18900000" scaled="1"/>
              <a:tileRect/>
            </a:gra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01" name="Group 81" descr="Timeline with year markers"/>
            <p:cNvGrpSpPr/>
            <p:nvPr/>
          </p:nvGrpSpPr>
          <p:grpSpPr>
            <a:xfrm>
              <a:off x="1043378" y="3913930"/>
              <a:ext cx="10102069" cy="579063"/>
              <a:chOff x="685800" y="3141133"/>
              <a:chExt cx="7848600" cy="449891"/>
            </a:xfrm>
          </p:grpSpPr>
          <p:cxnSp>
            <p:nvCxnSpPr>
              <p:cNvPr id="102" name="Straight Arrow Connector 101">
                <a:extLst>
                  <a:ext uri="{C183D7F6-B498-43B3-948B-1728B52AA6E4}">
                    <adec:decorative xmlns:adec="http://schemas.microsoft.com/office/drawing/2017/decorative" val="1"/>
                  </a:ext>
                </a:extLst>
              </p:cNvPr>
              <p:cNvCxnSpPr/>
              <p:nvPr/>
            </p:nvCxnSpPr>
            <p:spPr>
              <a:xfrm>
                <a:off x="685800" y="3200400"/>
                <a:ext cx="7848600" cy="1588"/>
              </a:xfrm>
              <a:prstGeom prst="straightConnector1">
                <a:avLst/>
              </a:prstGeom>
              <a:ln w="57150" cap="flat" cmpd="sng" algn="ctr">
                <a:solidFill>
                  <a:srgbClr val="FFFFFF"/>
                </a:solidFill>
                <a:prstDash val="solid"/>
                <a:round/>
                <a:headEnd type="triangle" w="med" len="sm"/>
                <a:tailEnd type="triangle" w="med" len="sm"/>
              </a:ln>
              <a:effectLst>
                <a:outerShdw blurRad="40000" dist="20000" dir="5400000" rotWithShape="0">
                  <a:srgbClr val="000000">
                    <a:alpha val="15000"/>
                  </a:srgbClr>
                </a:outerShdw>
              </a:effectLst>
            </p:spPr>
            <p:style>
              <a:lnRef idx="2">
                <a:schemeClr val="accent1"/>
              </a:lnRef>
              <a:fillRef idx="0">
                <a:schemeClr val="accent1"/>
              </a:fillRef>
              <a:effectRef idx="1">
                <a:schemeClr val="accent1"/>
              </a:effectRef>
              <a:fontRef idx="minor">
                <a:schemeClr val="tx1"/>
              </a:fontRef>
            </p:style>
          </p:cxnSp>
          <p:grpSp>
            <p:nvGrpSpPr>
              <p:cNvPr id="103" name="Group 102"/>
              <p:cNvGrpSpPr/>
              <p:nvPr/>
            </p:nvGrpSpPr>
            <p:grpSpPr>
              <a:xfrm>
                <a:off x="1347504" y="3141133"/>
                <a:ext cx="150451" cy="449891"/>
                <a:chOff x="1322103" y="3141133"/>
                <a:chExt cx="150451" cy="449891"/>
              </a:xfrm>
            </p:grpSpPr>
            <p:sp>
              <p:nvSpPr>
                <p:cNvPr id="147" name="Oval 146">
                  <a:extLst>
                    <a:ext uri="{C183D7F6-B498-43B3-948B-1728B52AA6E4}">
                      <adec:decorative xmlns:adec="http://schemas.microsoft.com/office/drawing/2017/decorative" val="1"/>
                    </a:ext>
                  </a:extLst>
                </p:cNvPr>
                <p:cNvSpPr/>
                <p:nvPr/>
              </p:nvSpPr>
              <p:spPr>
                <a:xfrm>
                  <a:off x="1354020" y="3141133"/>
                  <a:ext cx="118534" cy="118534"/>
                </a:xfrm>
                <a:prstGeom prst="ellipse">
                  <a:avLst/>
                </a:prstGeom>
                <a:solidFill>
                  <a:srgbClr val="0070C0"/>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8" name="TextBox 147"/>
                <p:cNvSpPr txBox="1"/>
                <p:nvPr/>
              </p:nvSpPr>
              <p:spPr>
                <a:xfrm rot="5400000">
                  <a:off x="1266209" y="3392852"/>
                  <a:ext cx="254066" cy="142277"/>
                </a:xfrm>
                <a:prstGeom prst="rect">
                  <a:avLst/>
                </a:prstGeom>
                <a:noFill/>
              </p:spPr>
              <p:txBody>
                <a:bodyPr wrap="none" lIns="0" tIns="0" rIns="0" bIns="0" rtlCol="0">
                  <a:spAutoFit/>
                </a:bodyPr>
                <a:lstStyle/>
                <a:p>
                  <a:pPr algn="ctr">
                    <a:lnSpc>
                      <a:spcPct val="85000"/>
                    </a:lnSpc>
                  </a:pPr>
                  <a:r>
                    <a:rPr lang="en-US" sz="1400">
                      <a:solidFill>
                        <a:srgbClr val="FFFFFF"/>
                      </a:solidFill>
                      <a:latin typeface="Arial Narrow" pitchFamily="112" charset="0"/>
                    </a:rPr>
                    <a:t>2005</a:t>
                  </a:r>
                  <a:endParaRPr lang="en-US" sz="1400">
                    <a:solidFill>
                      <a:srgbClr val="FFFFFF"/>
                    </a:solidFill>
                  </a:endParaRPr>
                </a:p>
              </p:txBody>
            </p:sp>
          </p:grpSp>
          <p:sp>
            <p:nvSpPr>
              <p:cNvPr id="145" name="Oval 144">
                <a:extLst>
                  <a:ext uri="{C183D7F6-B498-43B3-948B-1728B52AA6E4}">
                    <adec:decorative xmlns:adec="http://schemas.microsoft.com/office/drawing/2017/decorative" val="1"/>
                  </a:ext>
                </a:extLst>
              </p:cNvPr>
              <p:cNvSpPr/>
              <p:nvPr/>
            </p:nvSpPr>
            <p:spPr>
              <a:xfrm>
                <a:off x="2084977" y="3141133"/>
                <a:ext cx="118534" cy="118534"/>
              </a:xfrm>
              <a:prstGeom prst="ellipse">
                <a:avLst/>
              </a:prstGeom>
              <a:solidFill>
                <a:srgbClr val="0070C0"/>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06" name="Group 105"/>
              <p:cNvGrpSpPr/>
              <p:nvPr/>
            </p:nvGrpSpPr>
            <p:grpSpPr>
              <a:xfrm>
                <a:off x="2758616" y="3141133"/>
                <a:ext cx="150451" cy="449891"/>
                <a:chOff x="1322103" y="3141133"/>
                <a:chExt cx="150451" cy="449891"/>
              </a:xfrm>
            </p:grpSpPr>
            <p:sp>
              <p:nvSpPr>
                <p:cNvPr id="142" name="Oval 141">
                  <a:extLst>
                    <a:ext uri="{C183D7F6-B498-43B3-948B-1728B52AA6E4}">
                      <adec:decorative xmlns:adec="http://schemas.microsoft.com/office/drawing/2017/decorative" val="1"/>
                    </a:ext>
                  </a:extLst>
                </p:cNvPr>
                <p:cNvSpPr/>
                <p:nvPr/>
              </p:nvSpPr>
              <p:spPr>
                <a:xfrm>
                  <a:off x="1354020" y="3141133"/>
                  <a:ext cx="118534" cy="118534"/>
                </a:xfrm>
                <a:prstGeom prst="ellipse">
                  <a:avLst/>
                </a:prstGeom>
                <a:solidFill>
                  <a:srgbClr val="0070C0"/>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4" name="TextBox 143"/>
                <p:cNvSpPr txBox="1"/>
                <p:nvPr/>
              </p:nvSpPr>
              <p:spPr>
                <a:xfrm rot="5400000">
                  <a:off x="1266209" y="3392852"/>
                  <a:ext cx="254066" cy="142277"/>
                </a:xfrm>
                <a:prstGeom prst="rect">
                  <a:avLst/>
                </a:prstGeom>
                <a:noFill/>
              </p:spPr>
              <p:txBody>
                <a:bodyPr wrap="none" lIns="0" tIns="0" rIns="0" bIns="0" rtlCol="0">
                  <a:spAutoFit/>
                </a:bodyPr>
                <a:lstStyle/>
                <a:p>
                  <a:pPr algn="ctr">
                    <a:lnSpc>
                      <a:spcPct val="85000"/>
                    </a:lnSpc>
                  </a:pPr>
                  <a:r>
                    <a:rPr lang="en-US" sz="1400">
                      <a:solidFill>
                        <a:srgbClr val="FFFFFF"/>
                      </a:solidFill>
                      <a:latin typeface="Arial Narrow" pitchFamily="112" charset="0"/>
                    </a:rPr>
                    <a:t>2007</a:t>
                  </a:r>
                  <a:endParaRPr lang="en-US" sz="1400">
                    <a:solidFill>
                      <a:srgbClr val="FFFFFF"/>
                    </a:solidFill>
                  </a:endParaRPr>
                </a:p>
              </p:txBody>
            </p:sp>
          </p:grpSp>
          <p:grpSp>
            <p:nvGrpSpPr>
              <p:cNvPr id="107" name="Group 106"/>
              <p:cNvGrpSpPr/>
              <p:nvPr/>
            </p:nvGrpSpPr>
            <p:grpSpPr>
              <a:xfrm>
                <a:off x="3464172" y="3141133"/>
                <a:ext cx="150451" cy="449891"/>
                <a:chOff x="1322103" y="3141133"/>
                <a:chExt cx="150451" cy="449891"/>
              </a:xfrm>
            </p:grpSpPr>
            <p:sp>
              <p:nvSpPr>
                <p:cNvPr id="139" name="Oval 138">
                  <a:extLst>
                    <a:ext uri="{C183D7F6-B498-43B3-948B-1728B52AA6E4}">
                      <adec:decorative xmlns:adec="http://schemas.microsoft.com/office/drawing/2017/decorative" val="1"/>
                    </a:ext>
                  </a:extLst>
                </p:cNvPr>
                <p:cNvSpPr/>
                <p:nvPr/>
              </p:nvSpPr>
              <p:spPr>
                <a:xfrm>
                  <a:off x="1354020" y="3141133"/>
                  <a:ext cx="118534" cy="118534"/>
                </a:xfrm>
                <a:prstGeom prst="ellipse">
                  <a:avLst/>
                </a:prstGeom>
                <a:solidFill>
                  <a:srgbClr val="0070C0"/>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0" name="TextBox 139"/>
                <p:cNvSpPr txBox="1"/>
                <p:nvPr/>
              </p:nvSpPr>
              <p:spPr>
                <a:xfrm rot="5400000">
                  <a:off x="1266209" y="3392852"/>
                  <a:ext cx="254066" cy="142277"/>
                </a:xfrm>
                <a:prstGeom prst="rect">
                  <a:avLst/>
                </a:prstGeom>
                <a:noFill/>
              </p:spPr>
              <p:txBody>
                <a:bodyPr wrap="none" lIns="0" tIns="0" rIns="0" bIns="0" rtlCol="0">
                  <a:spAutoFit/>
                </a:bodyPr>
                <a:lstStyle/>
                <a:p>
                  <a:pPr algn="ctr">
                    <a:lnSpc>
                      <a:spcPct val="85000"/>
                    </a:lnSpc>
                  </a:pPr>
                  <a:r>
                    <a:rPr lang="en-US" sz="1400">
                      <a:solidFill>
                        <a:srgbClr val="FFFFFF"/>
                      </a:solidFill>
                      <a:latin typeface="Arial Narrow" pitchFamily="112" charset="0"/>
                    </a:rPr>
                    <a:t>2008</a:t>
                  </a:r>
                  <a:endParaRPr lang="en-US" sz="1400">
                    <a:solidFill>
                      <a:srgbClr val="FFFFFF"/>
                    </a:solidFill>
                  </a:endParaRPr>
                </a:p>
              </p:txBody>
            </p:sp>
          </p:grpSp>
          <p:grpSp>
            <p:nvGrpSpPr>
              <p:cNvPr id="109" name="Group 108"/>
              <p:cNvGrpSpPr/>
              <p:nvPr/>
            </p:nvGrpSpPr>
            <p:grpSpPr>
              <a:xfrm>
                <a:off x="4169728" y="3141133"/>
                <a:ext cx="150451" cy="449891"/>
                <a:chOff x="1322103" y="3141133"/>
                <a:chExt cx="150451" cy="449891"/>
              </a:xfrm>
            </p:grpSpPr>
            <p:sp>
              <p:nvSpPr>
                <p:cNvPr id="134" name="Oval 133">
                  <a:extLst>
                    <a:ext uri="{C183D7F6-B498-43B3-948B-1728B52AA6E4}">
                      <adec:decorative xmlns:adec="http://schemas.microsoft.com/office/drawing/2017/decorative" val="1"/>
                    </a:ext>
                  </a:extLst>
                </p:cNvPr>
                <p:cNvSpPr/>
                <p:nvPr/>
              </p:nvSpPr>
              <p:spPr>
                <a:xfrm>
                  <a:off x="1354020" y="3141133"/>
                  <a:ext cx="118534" cy="118534"/>
                </a:xfrm>
                <a:prstGeom prst="ellipse">
                  <a:avLst/>
                </a:prstGeom>
                <a:solidFill>
                  <a:srgbClr val="0070C0"/>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8" name="TextBox 137"/>
                <p:cNvSpPr txBox="1"/>
                <p:nvPr/>
              </p:nvSpPr>
              <p:spPr>
                <a:xfrm rot="5400000">
                  <a:off x="1266209" y="3392852"/>
                  <a:ext cx="254066" cy="142277"/>
                </a:xfrm>
                <a:prstGeom prst="rect">
                  <a:avLst/>
                </a:prstGeom>
                <a:noFill/>
              </p:spPr>
              <p:txBody>
                <a:bodyPr wrap="none" lIns="0" tIns="0" rIns="0" bIns="0" rtlCol="0">
                  <a:spAutoFit/>
                </a:bodyPr>
                <a:lstStyle/>
                <a:p>
                  <a:pPr algn="ctr">
                    <a:lnSpc>
                      <a:spcPct val="85000"/>
                    </a:lnSpc>
                  </a:pPr>
                  <a:r>
                    <a:rPr lang="en-US" sz="1400">
                      <a:solidFill>
                        <a:srgbClr val="FFFFFF"/>
                      </a:solidFill>
                      <a:latin typeface="Arial Narrow" pitchFamily="112" charset="0"/>
                    </a:rPr>
                    <a:t>2009</a:t>
                  </a:r>
                  <a:endParaRPr lang="en-US" sz="1400">
                    <a:solidFill>
                      <a:srgbClr val="FFFFFF"/>
                    </a:solidFill>
                  </a:endParaRPr>
                </a:p>
              </p:txBody>
            </p:sp>
          </p:grpSp>
          <p:grpSp>
            <p:nvGrpSpPr>
              <p:cNvPr id="110" name="Group 109"/>
              <p:cNvGrpSpPr/>
              <p:nvPr/>
            </p:nvGrpSpPr>
            <p:grpSpPr>
              <a:xfrm>
                <a:off x="4875284" y="3141133"/>
                <a:ext cx="150451" cy="449891"/>
                <a:chOff x="1322103" y="3141133"/>
                <a:chExt cx="150451" cy="449891"/>
              </a:xfrm>
            </p:grpSpPr>
            <p:sp>
              <p:nvSpPr>
                <p:cNvPr id="127" name="Oval 126">
                  <a:extLst>
                    <a:ext uri="{C183D7F6-B498-43B3-948B-1728B52AA6E4}">
                      <adec:decorative xmlns:adec="http://schemas.microsoft.com/office/drawing/2017/decorative" val="1"/>
                    </a:ext>
                  </a:extLst>
                </p:cNvPr>
                <p:cNvSpPr/>
                <p:nvPr/>
              </p:nvSpPr>
              <p:spPr>
                <a:xfrm>
                  <a:off x="1354020" y="3141133"/>
                  <a:ext cx="118534" cy="118534"/>
                </a:xfrm>
                <a:prstGeom prst="ellipse">
                  <a:avLst/>
                </a:prstGeom>
                <a:solidFill>
                  <a:srgbClr val="0070C0"/>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8" name="TextBox 127"/>
                <p:cNvSpPr txBox="1"/>
                <p:nvPr/>
              </p:nvSpPr>
              <p:spPr>
                <a:xfrm rot="5400000">
                  <a:off x="1266209" y="3392852"/>
                  <a:ext cx="254066" cy="142277"/>
                </a:xfrm>
                <a:prstGeom prst="rect">
                  <a:avLst/>
                </a:prstGeom>
                <a:noFill/>
              </p:spPr>
              <p:txBody>
                <a:bodyPr wrap="none" lIns="0" tIns="0" rIns="0" bIns="0" rtlCol="0">
                  <a:spAutoFit/>
                </a:bodyPr>
                <a:lstStyle/>
                <a:p>
                  <a:pPr algn="ctr">
                    <a:lnSpc>
                      <a:spcPct val="85000"/>
                    </a:lnSpc>
                  </a:pPr>
                  <a:r>
                    <a:rPr lang="en-US" sz="1400">
                      <a:solidFill>
                        <a:srgbClr val="FFFFFF"/>
                      </a:solidFill>
                      <a:latin typeface="Arial Narrow" pitchFamily="112" charset="0"/>
                    </a:rPr>
                    <a:t>2010</a:t>
                  </a:r>
                  <a:endParaRPr lang="en-US" sz="1400">
                    <a:solidFill>
                      <a:srgbClr val="FFFFFF"/>
                    </a:solidFill>
                  </a:endParaRPr>
                </a:p>
              </p:txBody>
            </p:sp>
          </p:grpSp>
          <p:sp>
            <p:nvSpPr>
              <p:cNvPr id="125" name="Oval 124">
                <a:extLst>
                  <a:ext uri="{C183D7F6-B498-43B3-948B-1728B52AA6E4}">
                    <adec:decorative xmlns:adec="http://schemas.microsoft.com/office/drawing/2017/decorative" val="1"/>
                  </a:ext>
                </a:extLst>
              </p:cNvPr>
              <p:cNvSpPr/>
              <p:nvPr/>
            </p:nvSpPr>
            <p:spPr>
              <a:xfrm>
                <a:off x="5612757" y="3141133"/>
                <a:ext cx="118534" cy="118534"/>
              </a:xfrm>
              <a:prstGeom prst="ellipse">
                <a:avLst/>
              </a:prstGeom>
              <a:solidFill>
                <a:srgbClr val="0070C0"/>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 name="Oval 122">
                <a:extLst>
                  <a:ext uri="{C183D7F6-B498-43B3-948B-1728B52AA6E4}">
                    <adec:decorative xmlns:adec="http://schemas.microsoft.com/office/drawing/2017/decorative" val="1"/>
                  </a:ext>
                </a:extLst>
              </p:cNvPr>
              <p:cNvSpPr/>
              <p:nvPr/>
            </p:nvSpPr>
            <p:spPr>
              <a:xfrm>
                <a:off x="6318313" y="3141133"/>
                <a:ext cx="118534" cy="118534"/>
              </a:xfrm>
              <a:prstGeom prst="ellipse">
                <a:avLst/>
              </a:prstGeom>
              <a:solidFill>
                <a:srgbClr val="0070C0"/>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14" name="Group 36"/>
              <p:cNvGrpSpPr/>
              <p:nvPr/>
            </p:nvGrpSpPr>
            <p:grpSpPr>
              <a:xfrm>
                <a:off x="6991952" y="3141133"/>
                <a:ext cx="150451" cy="449891"/>
                <a:chOff x="1322103" y="3141133"/>
                <a:chExt cx="150451" cy="449891"/>
              </a:xfrm>
            </p:grpSpPr>
            <p:sp>
              <p:nvSpPr>
                <p:cNvPr id="120" name="Oval 119">
                  <a:extLst>
                    <a:ext uri="{C183D7F6-B498-43B3-948B-1728B52AA6E4}">
                      <adec:decorative xmlns:adec="http://schemas.microsoft.com/office/drawing/2017/decorative" val="1"/>
                    </a:ext>
                  </a:extLst>
                </p:cNvPr>
                <p:cNvSpPr/>
                <p:nvPr/>
              </p:nvSpPr>
              <p:spPr>
                <a:xfrm>
                  <a:off x="1354020" y="3141133"/>
                  <a:ext cx="118534" cy="118534"/>
                </a:xfrm>
                <a:prstGeom prst="ellipse">
                  <a:avLst/>
                </a:prstGeom>
                <a:solidFill>
                  <a:srgbClr val="0070C0"/>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1" name="TextBox 120"/>
                <p:cNvSpPr txBox="1"/>
                <p:nvPr/>
              </p:nvSpPr>
              <p:spPr>
                <a:xfrm rot="5400000">
                  <a:off x="1266209" y="3392852"/>
                  <a:ext cx="254066" cy="142277"/>
                </a:xfrm>
                <a:prstGeom prst="rect">
                  <a:avLst/>
                </a:prstGeom>
                <a:noFill/>
              </p:spPr>
              <p:txBody>
                <a:bodyPr wrap="none" lIns="0" tIns="0" rIns="0" bIns="0" rtlCol="0">
                  <a:spAutoFit/>
                </a:bodyPr>
                <a:lstStyle/>
                <a:p>
                  <a:pPr algn="ctr">
                    <a:lnSpc>
                      <a:spcPct val="85000"/>
                    </a:lnSpc>
                  </a:pPr>
                  <a:r>
                    <a:rPr lang="en-US" sz="1400">
                      <a:solidFill>
                        <a:srgbClr val="FFFFFF"/>
                      </a:solidFill>
                      <a:latin typeface="Arial Narrow" pitchFamily="112" charset="0"/>
                    </a:rPr>
                    <a:t>2013</a:t>
                  </a:r>
                  <a:endParaRPr lang="en-US" sz="1400">
                    <a:solidFill>
                      <a:srgbClr val="FFFFFF"/>
                    </a:solidFill>
                  </a:endParaRPr>
                </a:p>
              </p:txBody>
            </p:sp>
          </p:grpSp>
          <p:sp>
            <p:nvSpPr>
              <p:cNvPr id="116" name="Oval 115">
                <a:extLst>
                  <a:ext uri="{C183D7F6-B498-43B3-948B-1728B52AA6E4}">
                    <adec:decorative xmlns:adec="http://schemas.microsoft.com/office/drawing/2017/decorative" val="1"/>
                  </a:ext>
                </a:extLst>
              </p:cNvPr>
              <p:cNvSpPr/>
              <p:nvPr/>
            </p:nvSpPr>
            <p:spPr>
              <a:xfrm>
                <a:off x="7729421" y="3141133"/>
                <a:ext cx="118534" cy="118534"/>
              </a:xfrm>
              <a:prstGeom prst="ellipse">
                <a:avLst/>
              </a:prstGeom>
              <a:solidFill>
                <a:srgbClr val="0070C0"/>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grpSp>
        <p:nvGrpSpPr>
          <p:cNvPr id="28" name="Group 27" descr="Events 1-4 text boxes group."/>
          <p:cNvGrpSpPr/>
          <p:nvPr/>
        </p:nvGrpSpPr>
        <p:grpSpPr>
          <a:xfrm>
            <a:off x="1411507" y="1755795"/>
            <a:ext cx="9735530" cy="4432101"/>
            <a:chOff x="1409918" y="1755794"/>
            <a:chExt cx="9735530" cy="4432101"/>
          </a:xfrm>
        </p:grpSpPr>
        <p:sp>
          <p:nvSpPr>
            <p:cNvPr id="48" name="Rectangle 47"/>
            <p:cNvSpPr/>
            <p:nvPr/>
          </p:nvSpPr>
          <p:spPr>
            <a:xfrm>
              <a:off x="1409918" y="1755794"/>
              <a:ext cx="2544604" cy="1035682"/>
            </a:xfrm>
            <a:prstGeom prst="rect">
              <a:avLst/>
            </a:prstGeom>
            <a:solidFill>
              <a:schemeClr val="bg1"/>
            </a:solidFill>
            <a:ln w="31750">
              <a:solidFill>
                <a:srgbClr val="FF2510"/>
              </a:solidFill>
              <a:miter lim="800000"/>
              <a:headEnd/>
              <a:tailEnd/>
            </a:ln>
          </p:spPr>
          <p:txBody>
            <a:bodyPr lIns="91440" tIns="45720" rIns="91440" bIns="45720" anchor="t" anchorCtr="0"/>
            <a:lstStyle/>
            <a:p>
              <a:pPr>
                <a:spcBef>
                  <a:spcPts val="200"/>
                </a:spcBef>
                <a:spcAft>
                  <a:spcPts val="200"/>
                </a:spcAft>
              </a:pPr>
              <a:r>
                <a:rPr lang="en-US" sz="1400" b="1" dirty="0">
                  <a:latin typeface="Arial Narrow" panose="020B0606020202030204" pitchFamily="34" charset="0"/>
                  <a:ea typeface="Arial Black" charset="0"/>
                  <a:cs typeface="Arial Black" charset="0"/>
                </a:rPr>
                <a:t>Training</a:t>
              </a:r>
            </a:p>
            <a:p>
              <a:pPr marL="111125" indent="-111125">
                <a:buFont typeface="Arial"/>
                <a:buChar char="•"/>
              </a:pPr>
              <a:r>
                <a:rPr lang="en-SG" sz="1000" dirty="0">
                  <a:latin typeface="Arial Narrow" panose="020B0606020202030204" pitchFamily="34" charset="0"/>
                  <a:ea typeface="Arial" charset="0"/>
                  <a:cs typeface="Arial"/>
                </a:rPr>
                <a:t>SN and PT should orientate new staff rotating to the Emergency Department to ensure they are aware of the new workflow.</a:t>
              </a:r>
              <a:endParaRPr lang="en-US" sz="1000" dirty="0">
                <a:latin typeface="Arial Narrow" panose="020B0606020202030204" pitchFamily="34" charset="0"/>
                <a:ea typeface="Arial" charset="0"/>
                <a:cs typeface="Arial"/>
              </a:endParaRPr>
            </a:p>
          </p:txBody>
        </p:sp>
        <p:sp>
          <p:nvSpPr>
            <p:cNvPr id="97" name="Rectangle 96"/>
            <p:cNvSpPr/>
            <p:nvPr/>
          </p:nvSpPr>
          <p:spPr>
            <a:xfrm>
              <a:off x="4193257" y="1766259"/>
              <a:ext cx="3905710" cy="1035682"/>
            </a:xfrm>
            <a:prstGeom prst="rect">
              <a:avLst/>
            </a:prstGeom>
            <a:solidFill>
              <a:schemeClr val="bg1"/>
            </a:solidFill>
            <a:ln w="31750">
              <a:solidFill>
                <a:srgbClr val="FFB300"/>
              </a:solidFill>
              <a:miter lim="800000"/>
              <a:headEnd/>
              <a:tailEnd/>
            </a:ln>
          </p:spPr>
          <p:txBody>
            <a:bodyPr lIns="91440" tIns="45720" rIns="91440" bIns="45720" anchor="t" anchorCtr="0"/>
            <a:lstStyle/>
            <a:p>
              <a:pPr>
                <a:spcBef>
                  <a:spcPts val="200"/>
                </a:spcBef>
                <a:spcAft>
                  <a:spcPts val="200"/>
                </a:spcAft>
              </a:pPr>
              <a:r>
                <a:rPr lang="en-US" sz="1400" b="1" dirty="0">
                  <a:latin typeface="Arial Narrow" panose="020B0606020202030204" pitchFamily="34" charset="0"/>
                  <a:ea typeface="Arial Black" charset="0"/>
                  <a:cs typeface="Arial Black" charset="0"/>
                </a:rPr>
                <a:t>Audit Checks</a:t>
              </a:r>
            </a:p>
            <a:p>
              <a:pPr marL="111125" indent="-111125">
                <a:buFont typeface="Arial"/>
                <a:buChar char="•"/>
              </a:pPr>
              <a:r>
                <a:rPr lang="en-SG" sz="1000" dirty="0">
                  <a:latin typeface="Arial Narrow" panose="020B0606020202030204" pitchFamily="34" charset="0"/>
                  <a:ea typeface="Arial" charset="0"/>
                  <a:cs typeface="Arial"/>
                </a:rPr>
                <a:t>Team leaders  perform audits every three months (measuring compliance rates, time taken to see patients in the Emergency Department, and average number of calls made) to ensure that everyone complies with the new workflow.</a:t>
              </a:r>
              <a:endParaRPr lang="en-US" sz="1000" dirty="0">
                <a:latin typeface="Arial Narrow" panose="020B0606020202030204" pitchFamily="34" charset="0"/>
                <a:ea typeface="Arial" charset="0"/>
                <a:cs typeface="Arial" charset="0"/>
              </a:endParaRPr>
            </a:p>
          </p:txBody>
        </p:sp>
        <p:sp>
          <p:nvSpPr>
            <p:cNvPr id="100" name="Rectangle 99"/>
            <p:cNvSpPr/>
            <p:nvPr/>
          </p:nvSpPr>
          <p:spPr>
            <a:xfrm>
              <a:off x="8330325" y="1766260"/>
              <a:ext cx="2570630" cy="1035681"/>
            </a:xfrm>
            <a:prstGeom prst="rect">
              <a:avLst/>
            </a:prstGeom>
            <a:solidFill>
              <a:schemeClr val="bg1"/>
            </a:solidFill>
            <a:ln w="31750">
              <a:solidFill>
                <a:srgbClr val="00C8D3"/>
              </a:solidFill>
              <a:miter lim="800000"/>
              <a:headEnd/>
              <a:tailEnd/>
            </a:ln>
          </p:spPr>
          <p:txBody>
            <a:bodyPr lIns="91440" tIns="45720" rIns="91440" bIns="45720" anchor="t" anchorCtr="0"/>
            <a:lstStyle/>
            <a:p>
              <a:pPr>
                <a:spcBef>
                  <a:spcPts val="200"/>
                </a:spcBef>
                <a:spcAft>
                  <a:spcPts val="200"/>
                </a:spcAft>
              </a:pPr>
              <a:r>
                <a:rPr lang="en-US" sz="1400" b="1" dirty="0">
                  <a:latin typeface="Arial Narrow" panose="020B0606020202030204" pitchFamily="34" charset="0"/>
                </a:rPr>
                <a:t>Spreading</a:t>
              </a:r>
            </a:p>
            <a:p>
              <a:pPr marL="285750" indent="-285750">
                <a:spcBef>
                  <a:spcPts val="200"/>
                </a:spcBef>
                <a:spcAft>
                  <a:spcPts val="200"/>
                </a:spcAft>
                <a:buFont typeface="Arial"/>
                <a:buChar char="•"/>
              </a:pPr>
              <a:r>
                <a:rPr lang="en-US" sz="1050" dirty="0">
                  <a:latin typeface="Arial Narrow" panose="020B0606020202030204" pitchFamily="34" charset="0"/>
                </a:rPr>
                <a:t>To implement this workflow in EDTU</a:t>
              </a:r>
            </a:p>
          </p:txBody>
        </p:sp>
        <p:sp>
          <p:nvSpPr>
            <p:cNvPr id="105" name="Rectangle 104"/>
            <p:cNvSpPr/>
            <p:nvPr/>
          </p:nvSpPr>
          <p:spPr>
            <a:xfrm>
              <a:off x="8627960" y="5134461"/>
              <a:ext cx="2517488" cy="1053434"/>
            </a:xfrm>
            <a:prstGeom prst="rect">
              <a:avLst/>
            </a:prstGeom>
            <a:solidFill>
              <a:schemeClr val="bg1"/>
            </a:solidFill>
            <a:ln w="31750">
              <a:solidFill>
                <a:srgbClr val="B65BDE"/>
              </a:solidFill>
              <a:miter lim="800000"/>
              <a:headEnd/>
              <a:tailEnd/>
            </a:ln>
          </p:spPr>
          <p:txBody>
            <a:bodyPr lIns="91440" tIns="45720" rIns="91440" bIns="45720" anchor="t" anchorCtr="0"/>
            <a:lstStyle/>
            <a:p>
              <a:pPr>
                <a:spcBef>
                  <a:spcPts val="200"/>
                </a:spcBef>
                <a:spcAft>
                  <a:spcPts val="200"/>
                </a:spcAft>
              </a:pPr>
              <a:r>
                <a:rPr lang="en-US" sz="1400" b="1">
                  <a:latin typeface="Arial Narrow" panose="020B0606020202030204" pitchFamily="34" charset="0"/>
                  <a:cs typeface="Arial" charset="0"/>
                </a:rPr>
                <a:t>Communication</a:t>
              </a:r>
              <a:endParaRPr lang="en-US">
                <a:latin typeface="Arial Narrow" panose="020B0606020202030204" pitchFamily="34" charset="0"/>
              </a:endParaRPr>
            </a:p>
            <a:p>
              <a:pPr marL="111125" indent="-111125">
                <a:buFont typeface="Arial"/>
                <a:buChar char="•"/>
              </a:pPr>
              <a:r>
                <a:rPr lang="en-US" sz="1000">
                  <a:latin typeface="Arial Narrow" panose="020B0606020202030204" pitchFamily="34" charset="0"/>
                  <a:cs typeface="Arial"/>
                </a:rPr>
                <a:t>SN and PT to communicate timely if any issues arise from this new workflow</a:t>
              </a:r>
            </a:p>
          </p:txBody>
        </p:sp>
      </p:grpSp>
      <p:sp>
        <p:nvSpPr>
          <p:cNvPr id="108" name="Rectangle 107"/>
          <p:cNvSpPr/>
          <p:nvPr/>
        </p:nvSpPr>
        <p:spPr>
          <a:xfrm>
            <a:off x="2282347" y="5112663"/>
            <a:ext cx="2886277" cy="1097033"/>
          </a:xfrm>
          <a:prstGeom prst="rect">
            <a:avLst/>
          </a:prstGeom>
          <a:solidFill>
            <a:schemeClr val="bg1"/>
          </a:solidFill>
          <a:ln w="31750">
            <a:solidFill>
              <a:srgbClr val="FF7A0F"/>
            </a:solidFill>
            <a:miter lim="800000"/>
            <a:headEnd/>
            <a:tailEnd/>
          </a:ln>
        </p:spPr>
        <p:txBody>
          <a:bodyPr lIns="91440" tIns="45720" rIns="91440" bIns="45720" anchor="t" anchorCtr="0"/>
          <a:lstStyle/>
          <a:p>
            <a:pPr>
              <a:spcBef>
                <a:spcPts val="200"/>
              </a:spcBef>
              <a:spcAft>
                <a:spcPts val="200"/>
              </a:spcAft>
            </a:pPr>
            <a:r>
              <a:rPr lang="en-US" sz="1400" b="1">
                <a:latin typeface="Arial Narrow" panose="020B0606020202030204" pitchFamily="34" charset="0"/>
                <a:ea typeface="Arial Black" charset="0"/>
                <a:cs typeface="Arial Black" charset="0"/>
              </a:rPr>
              <a:t>Standard Works</a:t>
            </a:r>
          </a:p>
          <a:p>
            <a:pPr marL="111125" indent="-111125">
              <a:buFontTx/>
              <a:buChar char="•"/>
            </a:pPr>
            <a:r>
              <a:rPr lang="en-US" sz="1000">
                <a:latin typeface="Arial Narrow" panose="020B0606020202030204" pitchFamily="34" charset="0"/>
                <a:ea typeface="Arial" charset="0"/>
                <a:cs typeface="Arial"/>
              </a:rPr>
              <a:t>To look at the peak hour of calls: </a:t>
            </a:r>
            <a:r>
              <a:rPr lang="en-SG" sz="1000">
                <a:latin typeface="Arial Narrow" panose="020B0606020202030204" pitchFamily="34" charset="0"/>
                <a:ea typeface="Arial" charset="0"/>
                <a:cs typeface="Arial"/>
              </a:rPr>
              <a:t>re-examine manpower planning to station one PT in the Emergency Department during peak hours</a:t>
            </a:r>
            <a:endParaRPr lang="en-US" sz="1000">
              <a:latin typeface="Arial Narrow" panose="020B0606020202030204" pitchFamily="34" charset="0"/>
              <a:ea typeface="Arial" charset="0"/>
              <a:cs typeface="Arial"/>
            </a:endParaRPr>
          </a:p>
        </p:txBody>
      </p:sp>
      <p:sp>
        <p:nvSpPr>
          <p:cNvPr id="82" name="Rectangle 81"/>
          <p:cNvSpPr/>
          <p:nvPr/>
        </p:nvSpPr>
        <p:spPr>
          <a:xfrm>
            <a:off x="226423" y="763401"/>
            <a:ext cx="11811897" cy="415498"/>
          </a:xfrm>
          <a:prstGeom prst="rect">
            <a:avLst/>
          </a:prstGeom>
        </p:spPr>
        <p:txBody>
          <a:bodyPr wrap="square">
            <a:spAutoFit/>
          </a:bodyPr>
          <a:lstStyle/>
          <a:p>
            <a:pPr>
              <a:lnSpc>
                <a:spcPct val="150000"/>
              </a:lnSpc>
            </a:pPr>
            <a:r>
              <a:rPr lang="en-US" sz="1400">
                <a:solidFill>
                  <a:schemeClr val="tx1">
                    <a:lumMod val="85000"/>
                    <a:lumOff val="15000"/>
                  </a:schemeClr>
                </a:solidFill>
                <a:latin typeface="Arial" charset="0"/>
                <a:ea typeface="Arial" charset="0"/>
                <a:cs typeface="Arial" charset="0"/>
              </a:rPr>
              <a:t>What actions are required for continuous improvement? How will the results be sustained for the long run? Will the project be spread to other areas?</a:t>
            </a:r>
          </a:p>
        </p:txBody>
      </p:sp>
      <p:sp>
        <p:nvSpPr>
          <p:cNvPr id="5" name="Rectangle 4">
            <a:extLst>
              <a:ext uri="{FF2B5EF4-FFF2-40B4-BE49-F238E27FC236}">
                <a16:creationId xmlns:a16="http://schemas.microsoft.com/office/drawing/2014/main" id="{9EF68095-0CEE-E984-93FF-34E87C44FE16}"/>
              </a:ext>
            </a:extLst>
          </p:cNvPr>
          <p:cNvSpPr/>
          <p:nvPr/>
        </p:nvSpPr>
        <p:spPr>
          <a:xfrm>
            <a:off x="1497973" y="4886438"/>
            <a:ext cx="10097054" cy="1445631"/>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Rectangle 1">
            <a:extLst>
              <a:ext uri="{FF2B5EF4-FFF2-40B4-BE49-F238E27FC236}">
                <a16:creationId xmlns:a16="http://schemas.microsoft.com/office/drawing/2014/main" id="{3ADEBB51-118E-8273-C357-90F016175811}"/>
              </a:ext>
            </a:extLst>
          </p:cNvPr>
          <p:cNvSpPr/>
          <p:nvPr/>
        </p:nvSpPr>
        <p:spPr>
          <a:xfrm>
            <a:off x="5529192" y="5112925"/>
            <a:ext cx="2886277" cy="1097033"/>
          </a:xfrm>
          <a:prstGeom prst="rect">
            <a:avLst/>
          </a:prstGeom>
          <a:solidFill>
            <a:schemeClr val="bg1"/>
          </a:solidFill>
          <a:ln w="31750">
            <a:solidFill>
              <a:schemeClr val="accent6"/>
            </a:solidFill>
            <a:miter lim="800000"/>
            <a:headEnd/>
            <a:tailEnd/>
          </a:ln>
        </p:spPr>
        <p:txBody>
          <a:bodyPr lIns="91440" tIns="45720" rIns="91440" bIns="45720" anchor="t" anchorCtr="0"/>
          <a:lstStyle/>
          <a:p>
            <a:pPr>
              <a:spcBef>
                <a:spcPts val="200"/>
              </a:spcBef>
              <a:spcAft>
                <a:spcPts val="200"/>
              </a:spcAft>
            </a:pPr>
            <a:r>
              <a:rPr lang="en-US" sz="1400" b="1">
                <a:latin typeface="Arial Narrow" panose="020B0606020202030204" pitchFamily="34" charset="0"/>
                <a:ea typeface="Arial Black" charset="0"/>
                <a:cs typeface="Arial Black" charset="0"/>
              </a:rPr>
              <a:t>Systems</a:t>
            </a:r>
          </a:p>
          <a:p>
            <a:pPr marL="111125" indent="-111125">
              <a:buFontTx/>
              <a:buChar char="•"/>
            </a:pPr>
            <a:r>
              <a:rPr lang="en-US" sz="1000">
                <a:latin typeface="Arial Narrow" panose="020B0606020202030204" pitchFamily="34" charset="0"/>
                <a:ea typeface="Arial" charset="0"/>
                <a:cs typeface="Arial"/>
              </a:rPr>
              <a:t>To translate into Epic ordering for automation – however need to ensure that SN must tick off all 4 criteria before placing a PT order</a:t>
            </a:r>
          </a:p>
        </p:txBody>
      </p:sp>
    </p:spTree>
    <p:extLst>
      <p:ext uri="{BB962C8B-B14F-4D97-AF65-F5344CB8AC3E}">
        <p14:creationId xmlns:p14="http://schemas.microsoft.com/office/powerpoint/2010/main" val="718530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352697" y="64109"/>
            <a:ext cx="11839302" cy="751488"/>
          </a:xfrm>
          <a:prstGeom prst="rect">
            <a:avLst/>
          </a:prstGeom>
          <a:noFill/>
        </p:spPr>
        <p:txBody>
          <a:bodyPr wrap="square" rtlCol="0">
            <a:spAutoFit/>
          </a:bodyPr>
          <a:lstStyle/>
          <a:p>
            <a:pPr>
              <a:lnSpc>
                <a:spcPct val="150000"/>
              </a:lnSpc>
            </a:pPr>
            <a:r>
              <a:rPr lang="en-US" sz="3000" b="1" dirty="0">
                <a:solidFill>
                  <a:schemeClr val="tx1">
                    <a:lumMod val="85000"/>
                    <a:lumOff val="15000"/>
                  </a:schemeClr>
                </a:solidFill>
                <a:latin typeface="Arial Black" panose="020B0A04020102020204" pitchFamily="34" charset="0"/>
                <a:ea typeface="Arial Black" charset="0"/>
                <a:cs typeface="Arial Black" charset="0"/>
              </a:rPr>
              <a:t>F. </a:t>
            </a:r>
            <a:r>
              <a:rPr lang="en-US" sz="3200" dirty="0">
                <a:latin typeface="Arial Black" panose="020B0A04020102020204" pitchFamily="34" charset="0"/>
              </a:rPr>
              <a:t>Insights Learnt</a:t>
            </a:r>
            <a:endParaRPr lang="en-US" sz="1600" dirty="0">
              <a:solidFill>
                <a:schemeClr val="tx1">
                  <a:lumMod val="85000"/>
                  <a:lumOff val="15000"/>
                </a:schemeClr>
              </a:solidFill>
              <a:latin typeface="Arial Black" panose="020B0A04020102020204" pitchFamily="34" charset="0"/>
              <a:ea typeface="Arial" charset="0"/>
              <a:cs typeface="Arial" charset="0"/>
            </a:endParaRPr>
          </a:p>
        </p:txBody>
      </p:sp>
      <p:cxnSp>
        <p:nvCxnSpPr>
          <p:cNvPr id="48" name="Straight Connector 47">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BB19941-B741-669D-1515-45003E43CA7A}"/>
              </a:ext>
            </a:extLst>
          </p:cNvPr>
          <p:cNvSpPr txBox="1"/>
          <p:nvPr/>
        </p:nvSpPr>
        <p:spPr>
          <a:xfrm>
            <a:off x="498755" y="1332733"/>
            <a:ext cx="10515600" cy="3416320"/>
          </a:xfrm>
          <a:prstGeom prst="rect">
            <a:avLst/>
          </a:prstGeom>
          <a:noFill/>
        </p:spPr>
        <p:txBody>
          <a:bodyPr wrap="square" lIns="91440" tIns="45720" rIns="91440" bIns="45720" anchor="t">
            <a:spAutoFit/>
          </a:bodyPr>
          <a:lstStyle/>
          <a:p>
            <a:pPr fontAlgn="t"/>
            <a:r>
              <a:rPr lang="en-SG" b="1" i="0" dirty="0">
                <a:effectLst/>
                <a:latin typeface="Arial Narrow" panose="020B0606020202030204" pitchFamily="34" charset="0"/>
              </a:rPr>
              <a:t>Understanding Diverse Perspectives</a:t>
            </a:r>
          </a:p>
          <a:p>
            <a:pPr marL="171450" indent="-171450" fontAlgn="t">
              <a:buFont typeface="Arial" panose="020B0604020202020204" pitchFamily="34" charset="0"/>
              <a:buChar char="•"/>
            </a:pPr>
            <a:r>
              <a:rPr lang="en-SG" b="0" i="0" dirty="0">
                <a:effectLst/>
                <a:latin typeface="Arial Narrow"/>
              </a:rPr>
              <a:t>Different stakeholders (clinicians, allied health, nursing staff) had varying priorities and constraints</a:t>
            </a:r>
          </a:p>
          <a:p>
            <a:pPr marL="171450" indent="-171450" fontAlgn="t">
              <a:buFont typeface="Arial" panose="020B0604020202020204" pitchFamily="34" charset="0"/>
              <a:buChar char="•"/>
            </a:pPr>
            <a:r>
              <a:rPr lang="en-SG" b="0" i="0" dirty="0">
                <a:effectLst/>
                <a:latin typeface="Arial Narrow"/>
              </a:rPr>
              <a:t>Actively listening </a:t>
            </a:r>
            <a:r>
              <a:rPr lang="en-SG" dirty="0">
                <a:latin typeface="Arial Narrow"/>
              </a:rPr>
              <a:t>helps to understand concerns of different parties</a:t>
            </a:r>
            <a:endParaRPr lang="en-SG" b="0" i="0" dirty="0">
              <a:effectLst/>
              <a:latin typeface="Arial Narrow"/>
            </a:endParaRPr>
          </a:p>
          <a:p>
            <a:pPr marL="171450" indent="-171450" fontAlgn="t">
              <a:buFont typeface="Arial" panose="020B0604020202020204" pitchFamily="34" charset="0"/>
              <a:buChar char="•"/>
            </a:pPr>
            <a:r>
              <a:rPr lang="en-SG" dirty="0">
                <a:latin typeface="Arial Narrow"/>
              </a:rPr>
              <a:t>Change is more sustainable when you get buy in from all the stakeholders </a:t>
            </a:r>
          </a:p>
          <a:p>
            <a:pPr marL="171450" indent="-171450" fontAlgn="t">
              <a:buFont typeface="Arial" panose="020B0604020202020204" pitchFamily="34" charset="0"/>
              <a:buChar char="•"/>
            </a:pPr>
            <a:endParaRPr lang="en-SG" dirty="0">
              <a:latin typeface="Arial Narrow" panose="020B0606020202030204" pitchFamily="34" charset="0"/>
            </a:endParaRPr>
          </a:p>
          <a:p>
            <a:pPr fontAlgn="t"/>
            <a:endParaRPr lang="en-SG" dirty="0">
              <a:latin typeface="Arial Narrow" panose="020B0606020202030204" pitchFamily="34" charset="0"/>
            </a:endParaRPr>
          </a:p>
          <a:p>
            <a:pPr fontAlgn="t"/>
            <a:r>
              <a:rPr lang="en-SG" b="1" i="0" dirty="0">
                <a:effectLst/>
                <a:latin typeface="Arial Narrow" panose="020B0606020202030204" pitchFamily="34" charset="0"/>
              </a:rPr>
              <a:t>Communication Is Critical</a:t>
            </a:r>
          </a:p>
          <a:p>
            <a:pPr marL="171450" indent="-171450" fontAlgn="t">
              <a:buFont typeface="Arial" panose="020B0604020202020204" pitchFamily="34" charset="0"/>
              <a:buChar char="•"/>
            </a:pPr>
            <a:r>
              <a:rPr lang="en-SG" dirty="0">
                <a:latin typeface="Arial Narrow"/>
              </a:rPr>
              <a:t>Establishing additional communication avenues improve information flow and facilitate timely referral</a:t>
            </a:r>
          </a:p>
          <a:p>
            <a:pPr marL="171450" indent="-171450">
              <a:buFont typeface="Arial,Sans-Serif" panose="020B0604020202020204" pitchFamily="34" charset="0"/>
              <a:buChar char="•"/>
            </a:pPr>
            <a:r>
              <a:rPr lang="en-SG" dirty="0">
                <a:latin typeface="Arial Narrow"/>
              </a:rPr>
              <a:t>Clear communication regarding expectations help enhanced compliance</a:t>
            </a:r>
            <a:endParaRPr lang="en-US" dirty="0">
              <a:latin typeface="Arial Narrow"/>
            </a:endParaRPr>
          </a:p>
          <a:p>
            <a:pPr marL="171450" indent="-171450">
              <a:buFont typeface="Arial" panose="020B0604020202020204" pitchFamily="34" charset="0"/>
              <a:buChar char="•"/>
            </a:pPr>
            <a:endParaRPr lang="en-SG" dirty="0">
              <a:latin typeface="Arial Narrow" panose="020B0606020202030204" pitchFamily="34" charset="0"/>
            </a:endParaRPr>
          </a:p>
          <a:p>
            <a:pPr marL="171450" indent="-171450" fontAlgn="t">
              <a:buFont typeface="Arial" panose="020B0604020202020204" pitchFamily="34" charset="0"/>
              <a:buChar char="•"/>
            </a:pPr>
            <a:endParaRPr lang="en-SG" dirty="0">
              <a:latin typeface="Arial Narrow" panose="020B0606020202030204" pitchFamily="34" charset="0"/>
            </a:endParaRPr>
          </a:p>
          <a:p>
            <a:pPr marL="171450" indent="-171450" fontAlgn="t">
              <a:buFont typeface="Arial" panose="020B0604020202020204" pitchFamily="34" charset="0"/>
              <a:buChar char="•"/>
            </a:pPr>
            <a:endParaRPr lang="en-SG" dirty="0">
              <a:latin typeface="Arial Narrow" panose="020B0606020202030204" pitchFamily="34" charset="0"/>
            </a:endParaRPr>
          </a:p>
        </p:txBody>
      </p:sp>
    </p:spTree>
    <p:extLst>
      <p:ext uri="{BB962C8B-B14F-4D97-AF65-F5344CB8AC3E}">
        <p14:creationId xmlns:p14="http://schemas.microsoft.com/office/powerpoint/2010/main" val="255450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1000" fill="hold"/>
                                        <p:tgtEl>
                                          <p:spTgt spid="47"/>
                                        </p:tgtEl>
                                        <p:attrNameLst>
                                          <p:attrName>ppt_x</p:attrName>
                                        </p:attrNameLst>
                                      </p:cBhvr>
                                      <p:tavLst>
                                        <p:tav tm="0">
                                          <p:val>
                                            <p:strVal val="0-#ppt_w/2"/>
                                          </p:val>
                                        </p:tav>
                                        <p:tav tm="100000">
                                          <p:val>
                                            <p:strVal val="#ppt_x"/>
                                          </p:val>
                                        </p:tav>
                                      </p:tavLst>
                                    </p:anim>
                                    <p:anim calcmode="lin" valueType="num">
                                      <p:cBhvr additive="base">
                                        <p:cTn id="8" dur="1000" fill="hold"/>
                                        <p:tgtEl>
                                          <p:spTgt spid="47"/>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1000" fill="hold"/>
                                        <p:tgtEl>
                                          <p:spTgt spid="48"/>
                                        </p:tgtEl>
                                        <p:attrNameLst>
                                          <p:attrName>ppt_x</p:attrName>
                                        </p:attrNameLst>
                                      </p:cBhvr>
                                      <p:tavLst>
                                        <p:tav tm="0">
                                          <p:val>
                                            <p:strVal val="1+#ppt_w/2"/>
                                          </p:val>
                                        </p:tav>
                                        <p:tav tm="100000">
                                          <p:val>
                                            <p:strVal val="#ppt_x"/>
                                          </p:val>
                                        </p:tav>
                                      </p:tavLst>
                                    </p:anim>
                                    <p:anim calcmode="lin" valueType="num">
                                      <p:cBhvr additive="base">
                                        <p:cTn id="12" dur="1000" fill="hold"/>
                                        <p:tgtEl>
                                          <p:spTgt spid="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&#65279;<?xml version="1.0" encoding="utf-8" standalone="yes"?>
<Relationships xmlns="http://schemas.openxmlformats.org/package/2006/relationships">
  <Relationship Id="rId1" Type="http://schemas.openxmlformats.org/officeDocument/2006/relationships/customXmlProps" Target="itemProps1.xml" />
</Relationships>
</file>

<file path=customXml/_rels/item2.xml.rels>&#65279;<?xml version="1.0" encoding="utf-8" standalone="yes"?>
<Relationships xmlns="http://schemas.openxmlformats.org/package/2006/relationships">
  <Relationship Id="rId1" Type="http://schemas.openxmlformats.org/officeDocument/2006/relationships/customXmlProps" Target="itemProps2.xml" />
</Relationships>
</file>

<file path=customXml/_rels/item3.xml.rels>&#65279;<?xml version="1.0" encoding="utf-8" standalone="yes"?>
<Relationships xmlns="http://schemas.openxmlformats.org/package/2006/relationships">
  <Relationship Id="rId1" Type="http://schemas.openxmlformats.org/officeDocument/2006/relationships/customXmlProps" Target="itemProps3.xml" />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4D9EC032407D747A0CCCE08536E2C40" ma:contentTypeVersion="16" ma:contentTypeDescription="Create a new document." ma:contentTypeScope="" ma:versionID="f93a43adddd53eb707f1f27d3b656bed">
  <xsd:schema xmlns:xsd="http://www.w3.org/2001/XMLSchema" xmlns:xs="http://www.w3.org/2001/XMLSchema" xmlns:p="http://schemas.microsoft.com/office/2006/metadata/properties" xmlns:ns2="b640db37-6f70-4f55-97a3-afbfef871668" xmlns:ns3="8fa29a4f-5ff9-4307-95c8-345f7a0c22a6" targetNamespace="http://schemas.microsoft.com/office/2006/metadata/properties" ma:root="true" ma:fieldsID="1bbc1c2ffdf4a50098feed94a94d8ef6" ns2:_="" ns3:_="">
    <xsd:import namespace="b640db37-6f70-4f55-97a3-afbfef871668"/>
    <xsd:import namespace="8fa29a4f-5ff9-4307-95c8-345f7a0c22a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Nurliza" minOccurs="0"/>
                <xsd:element ref="ns2:lcf76f155ced4ddcb4097134ff3c332f" minOccurs="0"/>
                <xsd:element ref="ns3:TaxCatchAll"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40db37-6f70-4f55-97a3-afbfef8716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Nurliza" ma:index="16" nillable="true" ma:displayName="Owner" ma:format="Dropdown" ma:list="UserInfo" ma:SharePointGroup="0" ma:internalName="Nurliza">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abfb6660-b9af-4ec2-a833-14c7ed8b7103"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fa29a4f-5ff9-4307-95c8-345f7a0c22a6"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696f3f65-d232-4738-b6e8-224c02de2a4b}" ma:internalName="TaxCatchAll" ma:showField="CatchAllData" ma:web="8fa29a4f-5ff9-4307-95c8-345f7a0c22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8fa29a4f-5ff9-4307-95c8-345f7a0c22a6" xsi:nil="true"/>
    <lcf76f155ced4ddcb4097134ff3c332f xmlns="b640db37-6f70-4f55-97a3-afbfef871668">
      <Terms xmlns="http://schemas.microsoft.com/office/infopath/2007/PartnerControls"/>
    </lcf76f155ced4ddcb4097134ff3c332f>
    <Nurliza xmlns="b640db37-6f70-4f55-97a3-afbfef871668">
      <UserInfo>
        <DisplayName/>
        <AccountId xsi:nil="true"/>
        <AccountType/>
      </UserInfo>
    </Nurliza>
  </documentManagement>
</p:properties>
</file>

<file path=customXml/itemProps1.xml><?xml version="1.0" encoding="utf-8"?>
<ds:datastoreItem xmlns:ds="http://schemas.openxmlformats.org/officeDocument/2006/customXml" ds:itemID="{6CE67394-7AA3-4B71-9E89-45F0C3812287}">
  <ds:schemaRefs>
    <ds:schemaRef ds:uri="http://schemas.microsoft.com/sharepoint/v3/contenttype/forms"/>
  </ds:schemaRefs>
</ds:datastoreItem>
</file>

<file path=customXml/itemProps2.xml><?xml version="1.0" encoding="utf-8"?>
<ds:datastoreItem xmlns:ds="http://schemas.openxmlformats.org/officeDocument/2006/customXml" ds:itemID="{A9574437-FA88-49A1-980C-71FCBD11270E}"/>
</file>

<file path=customXml/itemProps3.xml><?xml version="1.0" encoding="utf-8"?>
<ds:datastoreItem xmlns:ds="http://schemas.openxmlformats.org/officeDocument/2006/customXml" ds:itemID="{B695D1C0-9BB5-46B8-BDA7-57532C0357D2}">
  <ds:schemaRefs>
    <ds:schemaRef ds:uri="http://purl.org/dc/elements/1.1/"/>
    <ds:schemaRef ds:uri="http://schemas.microsoft.com/office/2006/metadata/properties"/>
    <ds:schemaRef ds:uri="a7e9e7bd-530e-474a-9917-3ee41bf3d65e"/>
    <ds:schemaRef ds:uri="http://www.w3.org/XML/1998/namespace"/>
    <ds:schemaRef ds:uri="http://purl.org/dc/dcmitype/"/>
    <ds:schemaRef ds:uri="http://schemas.microsoft.com/office/2006/documentManagement/types"/>
    <ds:schemaRef ds:uri="http://schemas.openxmlformats.org/package/2006/metadata/core-properties"/>
    <ds:schemaRef ds:uri="http://purl.org/dc/terms/"/>
    <ds:schemaRef ds:uri="http://schemas.microsoft.com/office/infopath/2007/PartnerControls"/>
    <ds:schemaRef ds:uri="a9a11845-1da0-4d88-9774-330aa3de9425"/>
  </ds:schemaRefs>
</ds:datastoreItem>
</file>

<file path=docProps/app.xml><?xml version="1.0" encoding="utf-8"?>
<Properties xmlns="http://schemas.openxmlformats.org/officeDocument/2006/extended-properties" xmlns:vt="http://schemas.openxmlformats.org/officeDocument/2006/docPropsVTypes">
  <TotalTime>643</TotalTime>
  <Words>1706</Words>
  <Application>Microsoft Office PowerPoint</Application>
  <PresentationFormat>Widescreen</PresentationFormat>
  <Paragraphs>333</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Arial Black</vt:lpstr>
      <vt:lpstr>Arial Narrow</vt:lpstr>
      <vt:lpstr>Arial,Sans-Serif</vt:lpstr>
      <vt:lpstr>Calibri</vt:lpstr>
      <vt:lpstr>Calibri Light</vt:lpstr>
      <vt:lpstr>Courier New</vt:lpstr>
      <vt:lpstr>Wingdings</vt:lpstr>
      <vt:lpstr>Office Theme</vt:lpstr>
      <vt:lpstr>PowerPoint Presentation</vt:lpstr>
      <vt:lpstr>Sample 3</vt:lpstr>
      <vt:lpstr>Sample 3</vt:lpstr>
      <vt:lpstr>Sample 3</vt:lpstr>
      <vt:lpstr>Sample 3</vt:lpstr>
      <vt:lpstr>Sample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Sample 5</vt:lpstr>
      <vt:lpstr>PowerPoint Presentation</vt:lpstr>
    </vt:vector>
  </TitlesOfParts>
  <Company>NN+A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STACY LEONG PEI YUNN</dc:creator>
  <cp:lastModifiedBy>Koh Hui Ying (NUH)</cp:lastModifiedBy>
  <cp:revision>17</cp:revision>
  <dcterms:created xsi:type="dcterms:W3CDTF">2023-04-04T06:38:14Z</dcterms:created>
  <dcterms:modified xsi:type="dcterms:W3CDTF">2026-01-29T06:46:26Z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0x01010054D9EC032407D747A0CCCE08536E2C40</vt:lpwstr>
  </property>
  <property fmtid="{D5CDD505-2E9C-101B-9397-08002B2CF9AE}" pid="3" name="MediaServiceImageTags">
    <vt:lpwstr/>
  </property>
</Properties>
</file>